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9" r:id="rId3"/>
    <p:sldId id="257" r:id="rId4"/>
    <p:sldId id="258" r:id="rId5"/>
    <p:sldId id="260" r:id="rId6"/>
    <p:sldId id="271" r:id="rId7"/>
    <p:sldId id="284" r:id="rId8"/>
    <p:sldId id="285" r:id="rId9"/>
    <p:sldId id="265" r:id="rId10"/>
    <p:sldId id="280" r:id="rId11"/>
    <p:sldId id="281" r:id="rId12"/>
    <p:sldId id="262" r:id="rId13"/>
    <p:sldId id="282" r:id="rId14"/>
    <p:sldId id="263" r:id="rId15"/>
    <p:sldId id="286" r:id="rId16"/>
    <p:sldId id="267" r:id="rId17"/>
    <p:sldId id="268" r:id="rId18"/>
    <p:sldId id="270" r:id="rId19"/>
    <p:sldId id="269" r:id="rId20"/>
    <p:sldId id="283" r:id="rId21"/>
    <p:sldId id="264" r:id="rId22"/>
    <p:sldId id="2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9A6F0B-13CC-45ED-851E-B907448B26E9}"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US"/>
        </a:p>
      </dgm:t>
    </dgm:pt>
    <dgm:pt modelId="{5065A34E-B9D2-46FE-8D61-C1717A56CCF5}">
      <dgm:prSet/>
      <dgm:spPr/>
      <dgm:t>
        <a:bodyPr/>
        <a:lstStyle/>
        <a:p>
          <a:r>
            <a:rPr lang="en-IN" dirty="0"/>
            <a:t>The use of data(speed of fan, light intensity) collected from user preferences and machine learning to create an automated model of fan and light system provides great comfort for elderly people.</a:t>
          </a:r>
          <a:endParaRPr lang="en-US" dirty="0"/>
        </a:p>
      </dgm:t>
    </dgm:pt>
    <dgm:pt modelId="{CF1C6493-B775-415F-BA89-6FDCD4A6B1A0}" type="parTrans" cxnId="{4E132E95-734A-43BD-B549-7F7CF6A710CC}">
      <dgm:prSet/>
      <dgm:spPr/>
      <dgm:t>
        <a:bodyPr/>
        <a:lstStyle/>
        <a:p>
          <a:endParaRPr lang="en-US"/>
        </a:p>
      </dgm:t>
    </dgm:pt>
    <dgm:pt modelId="{745A598A-A461-448D-97AD-D75DE85B85EC}" type="sibTrans" cxnId="{4E132E95-734A-43BD-B549-7F7CF6A710CC}">
      <dgm:prSet/>
      <dgm:spPr/>
      <dgm:t>
        <a:bodyPr/>
        <a:lstStyle/>
        <a:p>
          <a:endParaRPr lang="en-US"/>
        </a:p>
      </dgm:t>
    </dgm:pt>
    <dgm:pt modelId="{A7D4BB7A-C443-431B-B1B6-BE6E472E367F}">
      <dgm:prSet/>
      <dgm:spPr/>
      <dgm:t>
        <a:bodyPr/>
        <a:lstStyle/>
        <a:p>
          <a:r>
            <a:rPr lang="en-IN"/>
            <a:t>People don’t have to carry the remote or phones to regulate the appliance as in remote controlled or app controlled versions.</a:t>
          </a:r>
          <a:endParaRPr lang="en-US"/>
        </a:p>
      </dgm:t>
    </dgm:pt>
    <dgm:pt modelId="{43E1A329-D8F7-4B59-80C0-B2090ACCCA62}" type="parTrans" cxnId="{33009FEB-35DB-4F37-8E55-0B2E5A2288D4}">
      <dgm:prSet/>
      <dgm:spPr/>
      <dgm:t>
        <a:bodyPr/>
        <a:lstStyle/>
        <a:p>
          <a:endParaRPr lang="en-US"/>
        </a:p>
      </dgm:t>
    </dgm:pt>
    <dgm:pt modelId="{F228EB56-FBC2-438C-A7C9-462A2FF43FAA}" type="sibTrans" cxnId="{33009FEB-35DB-4F37-8E55-0B2E5A2288D4}">
      <dgm:prSet/>
      <dgm:spPr/>
      <dgm:t>
        <a:bodyPr/>
        <a:lstStyle/>
        <a:p>
          <a:endParaRPr lang="en-US"/>
        </a:p>
      </dgm:t>
    </dgm:pt>
    <dgm:pt modelId="{D158F209-041A-43D9-881F-9CFFFC8E413E}">
      <dgm:prSet/>
      <dgm:spPr/>
      <dgm:t>
        <a:bodyPr/>
        <a:lstStyle/>
        <a:p>
          <a:r>
            <a:rPr lang="en-IN"/>
            <a:t>In this project, the appliance work according to the particular user once it recognizes them using a camera. If the camera captures an unknown user, a mail will be sent to a known user regarding this and works according to the environment.</a:t>
          </a:r>
          <a:endParaRPr lang="en-US"/>
        </a:p>
      </dgm:t>
    </dgm:pt>
    <dgm:pt modelId="{FA1FAED6-C3E5-4ABF-8B3E-69CA8C28802C}" type="parTrans" cxnId="{F735191B-8A01-42BE-A57F-255BCB01F685}">
      <dgm:prSet/>
      <dgm:spPr/>
      <dgm:t>
        <a:bodyPr/>
        <a:lstStyle/>
        <a:p>
          <a:endParaRPr lang="en-US"/>
        </a:p>
      </dgm:t>
    </dgm:pt>
    <dgm:pt modelId="{12DB2C4D-1322-4BDD-886B-910BC7CAEB4F}" type="sibTrans" cxnId="{F735191B-8A01-42BE-A57F-255BCB01F685}">
      <dgm:prSet/>
      <dgm:spPr/>
      <dgm:t>
        <a:bodyPr/>
        <a:lstStyle/>
        <a:p>
          <a:endParaRPr lang="en-US"/>
        </a:p>
      </dgm:t>
    </dgm:pt>
    <dgm:pt modelId="{2880803E-34A4-4A98-A040-08E684AFD50F}" type="pres">
      <dgm:prSet presAssocID="{439A6F0B-13CC-45ED-851E-B907448B26E9}" presName="Name0" presStyleCnt="0">
        <dgm:presLayoutVars>
          <dgm:dir/>
          <dgm:resizeHandles val="exact"/>
        </dgm:presLayoutVars>
      </dgm:prSet>
      <dgm:spPr/>
    </dgm:pt>
    <dgm:pt modelId="{77CEF02F-5126-4AA9-9926-DA17059D9412}" type="pres">
      <dgm:prSet presAssocID="{5065A34E-B9D2-46FE-8D61-C1717A56CCF5}" presName="node" presStyleLbl="node1" presStyleIdx="0" presStyleCnt="3">
        <dgm:presLayoutVars>
          <dgm:bulletEnabled val="1"/>
        </dgm:presLayoutVars>
      </dgm:prSet>
      <dgm:spPr/>
    </dgm:pt>
    <dgm:pt modelId="{51448646-7EBB-4D25-B81E-1BCC9AD23E2C}" type="pres">
      <dgm:prSet presAssocID="{745A598A-A461-448D-97AD-D75DE85B85EC}" presName="sibTrans" presStyleLbl="sibTrans2D1" presStyleIdx="0" presStyleCnt="2"/>
      <dgm:spPr/>
    </dgm:pt>
    <dgm:pt modelId="{AFDD4598-8BDD-463D-AF01-1F9CB3C5737E}" type="pres">
      <dgm:prSet presAssocID="{745A598A-A461-448D-97AD-D75DE85B85EC}" presName="connectorText" presStyleLbl="sibTrans2D1" presStyleIdx="0" presStyleCnt="2"/>
      <dgm:spPr/>
    </dgm:pt>
    <dgm:pt modelId="{2A227DA1-7439-4D71-840D-5FC2B818B2FD}" type="pres">
      <dgm:prSet presAssocID="{A7D4BB7A-C443-431B-B1B6-BE6E472E367F}" presName="node" presStyleLbl="node1" presStyleIdx="1" presStyleCnt="3">
        <dgm:presLayoutVars>
          <dgm:bulletEnabled val="1"/>
        </dgm:presLayoutVars>
      </dgm:prSet>
      <dgm:spPr/>
    </dgm:pt>
    <dgm:pt modelId="{91B1559B-84EF-424A-A548-5B880915FF07}" type="pres">
      <dgm:prSet presAssocID="{F228EB56-FBC2-438C-A7C9-462A2FF43FAA}" presName="sibTrans" presStyleLbl="sibTrans2D1" presStyleIdx="1" presStyleCnt="2"/>
      <dgm:spPr/>
    </dgm:pt>
    <dgm:pt modelId="{AFF0547A-C2D4-454A-818D-991BA1A27758}" type="pres">
      <dgm:prSet presAssocID="{F228EB56-FBC2-438C-A7C9-462A2FF43FAA}" presName="connectorText" presStyleLbl="sibTrans2D1" presStyleIdx="1" presStyleCnt="2"/>
      <dgm:spPr/>
    </dgm:pt>
    <dgm:pt modelId="{B4AB7B3C-7BB5-4648-8B04-36377D07C342}" type="pres">
      <dgm:prSet presAssocID="{D158F209-041A-43D9-881F-9CFFFC8E413E}" presName="node" presStyleLbl="node1" presStyleIdx="2" presStyleCnt="3">
        <dgm:presLayoutVars>
          <dgm:bulletEnabled val="1"/>
        </dgm:presLayoutVars>
      </dgm:prSet>
      <dgm:spPr/>
    </dgm:pt>
  </dgm:ptLst>
  <dgm:cxnLst>
    <dgm:cxn modelId="{4902F30E-0B60-4D08-8BE3-2F02161E8187}" type="presOf" srcId="{745A598A-A461-448D-97AD-D75DE85B85EC}" destId="{AFDD4598-8BDD-463D-AF01-1F9CB3C5737E}" srcOrd="1" destOrd="0" presId="urn:microsoft.com/office/officeart/2005/8/layout/process1"/>
    <dgm:cxn modelId="{F735191B-8A01-42BE-A57F-255BCB01F685}" srcId="{439A6F0B-13CC-45ED-851E-B907448B26E9}" destId="{D158F209-041A-43D9-881F-9CFFFC8E413E}" srcOrd="2" destOrd="0" parTransId="{FA1FAED6-C3E5-4ABF-8B3E-69CA8C28802C}" sibTransId="{12DB2C4D-1322-4BDD-886B-910BC7CAEB4F}"/>
    <dgm:cxn modelId="{DF4C3C2D-02EC-4C95-B1F3-1160BF9951CF}" type="presOf" srcId="{F228EB56-FBC2-438C-A7C9-462A2FF43FAA}" destId="{AFF0547A-C2D4-454A-818D-991BA1A27758}" srcOrd="1" destOrd="0" presId="urn:microsoft.com/office/officeart/2005/8/layout/process1"/>
    <dgm:cxn modelId="{2466D64C-69C6-4CF1-B0EA-9B370E3F24F4}" type="presOf" srcId="{745A598A-A461-448D-97AD-D75DE85B85EC}" destId="{51448646-7EBB-4D25-B81E-1BCC9AD23E2C}" srcOrd="0" destOrd="0" presId="urn:microsoft.com/office/officeart/2005/8/layout/process1"/>
    <dgm:cxn modelId="{0318557A-A473-4065-93DB-3FA69D9BFEA2}" type="presOf" srcId="{5065A34E-B9D2-46FE-8D61-C1717A56CCF5}" destId="{77CEF02F-5126-4AA9-9926-DA17059D9412}" srcOrd="0" destOrd="0" presId="urn:microsoft.com/office/officeart/2005/8/layout/process1"/>
    <dgm:cxn modelId="{4E132E95-734A-43BD-B549-7F7CF6A710CC}" srcId="{439A6F0B-13CC-45ED-851E-B907448B26E9}" destId="{5065A34E-B9D2-46FE-8D61-C1717A56CCF5}" srcOrd="0" destOrd="0" parTransId="{CF1C6493-B775-415F-BA89-6FDCD4A6B1A0}" sibTransId="{745A598A-A461-448D-97AD-D75DE85B85EC}"/>
    <dgm:cxn modelId="{D2C618B0-4C81-43F2-8039-49F505A0FE49}" type="presOf" srcId="{A7D4BB7A-C443-431B-B1B6-BE6E472E367F}" destId="{2A227DA1-7439-4D71-840D-5FC2B818B2FD}" srcOrd="0" destOrd="0" presId="urn:microsoft.com/office/officeart/2005/8/layout/process1"/>
    <dgm:cxn modelId="{A6BD12B2-A252-46A5-9F29-105896165A96}" type="presOf" srcId="{D158F209-041A-43D9-881F-9CFFFC8E413E}" destId="{B4AB7B3C-7BB5-4648-8B04-36377D07C342}" srcOrd="0" destOrd="0" presId="urn:microsoft.com/office/officeart/2005/8/layout/process1"/>
    <dgm:cxn modelId="{260361E2-DF70-45C3-80EF-A2CD0E9840EB}" type="presOf" srcId="{439A6F0B-13CC-45ED-851E-B907448B26E9}" destId="{2880803E-34A4-4A98-A040-08E684AFD50F}" srcOrd="0" destOrd="0" presId="urn:microsoft.com/office/officeart/2005/8/layout/process1"/>
    <dgm:cxn modelId="{33009FEB-35DB-4F37-8E55-0B2E5A2288D4}" srcId="{439A6F0B-13CC-45ED-851E-B907448B26E9}" destId="{A7D4BB7A-C443-431B-B1B6-BE6E472E367F}" srcOrd="1" destOrd="0" parTransId="{43E1A329-D8F7-4B59-80C0-B2090ACCCA62}" sibTransId="{F228EB56-FBC2-438C-A7C9-462A2FF43FAA}"/>
    <dgm:cxn modelId="{58881DFD-45F3-43D4-8D0E-AF695B371469}" type="presOf" srcId="{F228EB56-FBC2-438C-A7C9-462A2FF43FAA}" destId="{91B1559B-84EF-424A-A548-5B880915FF07}" srcOrd="0" destOrd="0" presId="urn:microsoft.com/office/officeart/2005/8/layout/process1"/>
    <dgm:cxn modelId="{8674B6AA-1936-4BCA-A2C9-251DEEE4ABFF}" type="presParOf" srcId="{2880803E-34A4-4A98-A040-08E684AFD50F}" destId="{77CEF02F-5126-4AA9-9926-DA17059D9412}" srcOrd="0" destOrd="0" presId="urn:microsoft.com/office/officeart/2005/8/layout/process1"/>
    <dgm:cxn modelId="{807D071D-1185-49EF-BB57-D6EFA06DFCBC}" type="presParOf" srcId="{2880803E-34A4-4A98-A040-08E684AFD50F}" destId="{51448646-7EBB-4D25-B81E-1BCC9AD23E2C}" srcOrd="1" destOrd="0" presId="urn:microsoft.com/office/officeart/2005/8/layout/process1"/>
    <dgm:cxn modelId="{19510B22-5453-4D1D-BD71-EE09592873EB}" type="presParOf" srcId="{51448646-7EBB-4D25-B81E-1BCC9AD23E2C}" destId="{AFDD4598-8BDD-463D-AF01-1F9CB3C5737E}" srcOrd="0" destOrd="0" presId="urn:microsoft.com/office/officeart/2005/8/layout/process1"/>
    <dgm:cxn modelId="{0C42A60B-84ED-4E3D-97A4-EFD97B535699}" type="presParOf" srcId="{2880803E-34A4-4A98-A040-08E684AFD50F}" destId="{2A227DA1-7439-4D71-840D-5FC2B818B2FD}" srcOrd="2" destOrd="0" presId="urn:microsoft.com/office/officeart/2005/8/layout/process1"/>
    <dgm:cxn modelId="{D4D40511-A6D0-4F67-BDD3-85D198F69FF4}" type="presParOf" srcId="{2880803E-34A4-4A98-A040-08E684AFD50F}" destId="{91B1559B-84EF-424A-A548-5B880915FF07}" srcOrd="3" destOrd="0" presId="urn:microsoft.com/office/officeart/2005/8/layout/process1"/>
    <dgm:cxn modelId="{2B68EDBF-DBF0-419D-A6D2-A58B07561C58}" type="presParOf" srcId="{91B1559B-84EF-424A-A548-5B880915FF07}" destId="{AFF0547A-C2D4-454A-818D-991BA1A27758}" srcOrd="0" destOrd="0" presId="urn:microsoft.com/office/officeart/2005/8/layout/process1"/>
    <dgm:cxn modelId="{A60C72D4-D571-480A-A2DF-11157D762E09}" type="presParOf" srcId="{2880803E-34A4-4A98-A040-08E684AFD50F}" destId="{B4AB7B3C-7BB5-4648-8B04-36377D07C342}"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E263B4-4417-4242-86C7-4170825872A5}" type="doc">
      <dgm:prSet loTypeId="urn:microsoft.com/office/officeart/2005/8/layout/chart3" loCatId="cycle" qsTypeId="urn:microsoft.com/office/officeart/2005/8/quickstyle/simple1" qsCatId="simple" csTypeId="urn:microsoft.com/office/officeart/2005/8/colors/accent1_2" csCatId="accent1"/>
      <dgm:spPr/>
      <dgm:t>
        <a:bodyPr/>
        <a:lstStyle/>
        <a:p>
          <a:endParaRPr lang="en-US"/>
        </a:p>
      </dgm:t>
    </dgm:pt>
    <dgm:pt modelId="{BEBE5F5E-12D0-497D-B24E-AB30D2E3DB14}">
      <dgm:prSet/>
      <dgm:spPr/>
      <dgm:t>
        <a:bodyPr/>
        <a:lstStyle/>
        <a:p>
          <a:r>
            <a:rPr lang="en-IN" dirty="0"/>
            <a:t>Date</a:t>
          </a:r>
          <a:endParaRPr lang="en-US" dirty="0"/>
        </a:p>
      </dgm:t>
    </dgm:pt>
    <dgm:pt modelId="{542AF055-B29D-4EAA-ABB0-B4908610E033}" type="parTrans" cxnId="{5792F573-2788-4245-8138-6FFA99E1B764}">
      <dgm:prSet/>
      <dgm:spPr/>
      <dgm:t>
        <a:bodyPr/>
        <a:lstStyle/>
        <a:p>
          <a:endParaRPr lang="en-US"/>
        </a:p>
      </dgm:t>
    </dgm:pt>
    <dgm:pt modelId="{CEA2D1A2-7E6B-4E35-A90D-E43FBD8C8A2E}" type="sibTrans" cxnId="{5792F573-2788-4245-8138-6FFA99E1B764}">
      <dgm:prSet/>
      <dgm:spPr/>
      <dgm:t>
        <a:bodyPr/>
        <a:lstStyle/>
        <a:p>
          <a:endParaRPr lang="en-US"/>
        </a:p>
      </dgm:t>
    </dgm:pt>
    <dgm:pt modelId="{993389F4-D860-41E1-B385-1EF9E2DD5A35}">
      <dgm:prSet/>
      <dgm:spPr/>
      <dgm:t>
        <a:bodyPr/>
        <a:lstStyle/>
        <a:p>
          <a:r>
            <a:rPr lang="en-IN"/>
            <a:t>Time</a:t>
          </a:r>
          <a:endParaRPr lang="en-US"/>
        </a:p>
      </dgm:t>
    </dgm:pt>
    <dgm:pt modelId="{CFB12D6C-DA47-41D3-A235-68F3E3F272E4}" type="parTrans" cxnId="{28D6F452-FF5A-4340-8FCD-BEF267EA6CE3}">
      <dgm:prSet/>
      <dgm:spPr/>
      <dgm:t>
        <a:bodyPr/>
        <a:lstStyle/>
        <a:p>
          <a:endParaRPr lang="en-US"/>
        </a:p>
      </dgm:t>
    </dgm:pt>
    <dgm:pt modelId="{628AC35E-1D26-40BC-A0E3-A3735A526ABD}" type="sibTrans" cxnId="{28D6F452-FF5A-4340-8FCD-BEF267EA6CE3}">
      <dgm:prSet/>
      <dgm:spPr/>
      <dgm:t>
        <a:bodyPr/>
        <a:lstStyle/>
        <a:p>
          <a:endParaRPr lang="en-US"/>
        </a:p>
      </dgm:t>
    </dgm:pt>
    <dgm:pt modelId="{FD7D845D-F591-42FA-BEFD-BEAD5138DCDA}">
      <dgm:prSet/>
      <dgm:spPr/>
      <dgm:t>
        <a:bodyPr/>
        <a:lstStyle/>
        <a:p>
          <a:r>
            <a:rPr lang="en-IN"/>
            <a:t>DHT value</a:t>
          </a:r>
          <a:endParaRPr lang="en-US"/>
        </a:p>
      </dgm:t>
    </dgm:pt>
    <dgm:pt modelId="{EA689398-D5CC-4A12-8217-FFB0719C8348}" type="parTrans" cxnId="{9EB758BB-958B-4BDE-AFE3-39ADB1FF940E}">
      <dgm:prSet/>
      <dgm:spPr/>
      <dgm:t>
        <a:bodyPr/>
        <a:lstStyle/>
        <a:p>
          <a:endParaRPr lang="en-US"/>
        </a:p>
      </dgm:t>
    </dgm:pt>
    <dgm:pt modelId="{5DF7A1FF-7C14-42C0-A33A-B5CF443C45A4}" type="sibTrans" cxnId="{9EB758BB-958B-4BDE-AFE3-39ADB1FF940E}">
      <dgm:prSet/>
      <dgm:spPr/>
      <dgm:t>
        <a:bodyPr/>
        <a:lstStyle/>
        <a:p>
          <a:endParaRPr lang="en-US"/>
        </a:p>
      </dgm:t>
    </dgm:pt>
    <dgm:pt modelId="{4C1D3B4B-EDA2-4BC1-87CB-607325FEEBF8}">
      <dgm:prSet/>
      <dgm:spPr/>
      <dgm:t>
        <a:bodyPr/>
        <a:lstStyle/>
        <a:p>
          <a:r>
            <a:rPr lang="en-IN"/>
            <a:t>LDR value</a:t>
          </a:r>
          <a:endParaRPr lang="en-US"/>
        </a:p>
      </dgm:t>
    </dgm:pt>
    <dgm:pt modelId="{D0454739-8EF3-46B6-874E-233DD2A68219}" type="parTrans" cxnId="{A5D69929-E47E-4E77-8B92-1015CD1BE399}">
      <dgm:prSet/>
      <dgm:spPr/>
      <dgm:t>
        <a:bodyPr/>
        <a:lstStyle/>
        <a:p>
          <a:endParaRPr lang="en-US"/>
        </a:p>
      </dgm:t>
    </dgm:pt>
    <dgm:pt modelId="{A63FD4F9-A1A9-494D-89F7-37F4A851BEB1}" type="sibTrans" cxnId="{A5D69929-E47E-4E77-8B92-1015CD1BE399}">
      <dgm:prSet/>
      <dgm:spPr/>
      <dgm:t>
        <a:bodyPr/>
        <a:lstStyle/>
        <a:p>
          <a:endParaRPr lang="en-US"/>
        </a:p>
      </dgm:t>
    </dgm:pt>
    <dgm:pt modelId="{4E35394B-0AC2-4409-9703-01C2D11C98AE}">
      <dgm:prSet/>
      <dgm:spPr/>
      <dgm:t>
        <a:bodyPr/>
        <a:lstStyle/>
        <a:p>
          <a:r>
            <a:rPr lang="en-IN"/>
            <a:t>Fan speed</a:t>
          </a:r>
          <a:endParaRPr lang="en-US"/>
        </a:p>
      </dgm:t>
    </dgm:pt>
    <dgm:pt modelId="{14A34885-A41F-46B0-824A-859C876FDB84}" type="parTrans" cxnId="{B6E54B69-ED07-46B3-9EE1-5D9D5CE2E8D8}">
      <dgm:prSet/>
      <dgm:spPr/>
      <dgm:t>
        <a:bodyPr/>
        <a:lstStyle/>
        <a:p>
          <a:endParaRPr lang="en-US"/>
        </a:p>
      </dgm:t>
    </dgm:pt>
    <dgm:pt modelId="{FC4EE181-12D8-4666-ACBD-CE90F301A5CA}" type="sibTrans" cxnId="{B6E54B69-ED07-46B3-9EE1-5D9D5CE2E8D8}">
      <dgm:prSet/>
      <dgm:spPr/>
      <dgm:t>
        <a:bodyPr/>
        <a:lstStyle/>
        <a:p>
          <a:endParaRPr lang="en-US"/>
        </a:p>
      </dgm:t>
    </dgm:pt>
    <dgm:pt modelId="{26415955-F3F2-475A-8F47-8CA285D062B9}">
      <dgm:prSet/>
      <dgm:spPr/>
      <dgm:t>
        <a:bodyPr/>
        <a:lstStyle/>
        <a:p>
          <a:r>
            <a:rPr lang="en-IN"/>
            <a:t>Light intensity</a:t>
          </a:r>
          <a:endParaRPr lang="en-US"/>
        </a:p>
      </dgm:t>
    </dgm:pt>
    <dgm:pt modelId="{47BE8BF0-0AD9-43EB-843A-F0A71182F3A3}" type="parTrans" cxnId="{14BDCAA0-4359-462F-B560-853BE343B6D2}">
      <dgm:prSet/>
      <dgm:spPr/>
      <dgm:t>
        <a:bodyPr/>
        <a:lstStyle/>
        <a:p>
          <a:endParaRPr lang="en-US"/>
        </a:p>
      </dgm:t>
    </dgm:pt>
    <dgm:pt modelId="{8D18A81D-7ACF-4E74-B693-5DEDA987D05F}" type="sibTrans" cxnId="{14BDCAA0-4359-462F-B560-853BE343B6D2}">
      <dgm:prSet/>
      <dgm:spPr/>
      <dgm:t>
        <a:bodyPr/>
        <a:lstStyle/>
        <a:p>
          <a:endParaRPr lang="en-US"/>
        </a:p>
      </dgm:t>
    </dgm:pt>
    <dgm:pt modelId="{2C3924B9-F4EC-4A22-8DF4-4C82DA3E55A8}" type="pres">
      <dgm:prSet presAssocID="{D2E263B4-4417-4242-86C7-4170825872A5}" presName="compositeShape" presStyleCnt="0">
        <dgm:presLayoutVars>
          <dgm:chMax val="7"/>
          <dgm:dir/>
          <dgm:resizeHandles val="exact"/>
        </dgm:presLayoutVars>
      </dgm:prSet>
      <dgm:spPr/>
    </dgm:pt>
    <dgm:pt modelId="{B220DED5-410A-4A69-AFCC-B7798AC3B608}" type="pres">
      <dgm:prSet presAssocID="{D2E263B4-4417-4242-86C7-4170825872A5}" presName="wedge1" presStyleLbl="node1" presStyleIdx="0" presStyleCnt="6"/>
      <dgm:spPr/>
    </dgm:pt>
    <dgm:pt modelId="{6FD086A1-6472-4566-8FCF-6048182DCBF1}" type="pres">
      <dgm:prSet presAssocID="{D2E263B4-4417-4242-86C7-4170825872A5}" presName="wedge1Tx" presStyleLbl="node1" presStyleIdx="0" presStyleCnt="6">
        <dgm:presLayoutVars>
          <dgm:chMax val="0"/>
          <dgm:chPref val="0"/>
          <dgm:bulletEnabled val="1"/>
        </dgm:presLayoutVars>
      </dgm:prSet>
      <dgm:spPr/>
    </dgm:pt>
    <dgm:pt modelId="{BC990F6F-91A7-47AC-A56A-451AE7A21C66}" type="pres">
      <dgm:prSet presAssocID="{D2E263B4-4417-4242-86C7-4170825872A5}" presName="wedge2" presStyleLbl="node1" presStyleIdx="1" presStyleCnt="6"/>
      <dgm:spPr/>
    </dgm:pt>
    <dgm:pt modelId="{4C8E8B35-2782-4F0B-B4A2-909B54C39A8C}" type="pres">
      <dgm:prSet presAssocID="{D2E263B4-4417-4242-86C7-4170825872A5}" presName="wedge2Tx" presStyleLbl="node1" presStyleIdx="1" presStyleCnt="6">
        <dgm:presLayoutVars>
          <dgm:chMax val="0"/>
          <dgm:chPref val="0"/>
          <dgm:bulletEnabled val="1"/>
        </dgm:presLayoutVars>
      </dgm:prSet>
      <dgm:spPr/>
    </dgm:pt>
    <dgm:pt modelId="{59B204C5-5F67-4783-AFC3-093AC3FEA424}" type="pres">
      <dgm:prSet presAssocID="{D2E263B4-4417-4242-86C7-4170825872A5}" presName="wedge3" presStyleLbl="node1" presStyleIdx="2" presStyleCnt="6"/>
      <dgm:spPr/>
    </dgm:pt>
    <dgm:pt modelId="{F80C5AB5-4DB6-4C09-B1F9-D17861CD29BA}" type="pres">
      <dgm:prSet presAssocID="{D2E263B4-4417-4242-86C7-4170825872A5}" presName="wedge3Tx" presStyleLbl="node1" presStyleIdx="2" presStyleCnt="6">
        <dgm:presLayoutVars>
          <dgm:chMax val="0"/>
          <dgm:chPref val="0"/>
          <dgm:bulletEnabled val="1"/>
        </dgm:presLayoutVars>
      </dgm:prSet>
      <dgm:spPr/>
    </dgm:pt>
    <dgm:pt modelId="{7B2EE450-EA2F-4375-BC8D-290D624492DE}" type="pres">
      <dgm:prSet presAssocID="{D2E263B4-4417-4242-86C7-4170825872A5}" presName="wedge4" presStyleLbl="node1" presStyleIdx="3" presStyleCnt="6"/>
      <dgm:spPr/>
    </dgm:pt>
    <dgm:pt modelId="{3AB841D4-0E1A-4420-BD56-DD945544824C}" type="pres">
      <dgm:prSet presAssocID="{D2E263B4-4417-4242-86C7-4170825872A5}" presName="wedge4Tx" presStyleLbl="node1" presStyleIdx="3" presStyleCnt="6">
        <dgm:presLayoutVars>
          <dgm:chMax val="0"/>
          <dgm:chPref val="0"/>
          <dgm:bulletEnabled val="1"/>
        </dgm:presLayoutVars>
      </dgm:prSet>
      <dgm:spPr/>
    </dgm:pt>
    <dgm:pt modelId="{F9EAE372-9B41-44F9-AAE2-B23F7BBE3333}" type="pres">
      <dgm:prSet presAssocID="{D2E263B4-4417-4242-86C7-4170825872A5}" presName="wedge5" presStyleLbl="node1" presStyleIdx="4" presStyleCnt="6"/>
      <dgm:spPr/>
    </dgm:pt>
    <dgm:pt modelId="{7E5B7B90-F9A9-4E81-AC8C-CE5B3DE5D934}" type="pres">
      <dgm:prSet presAssocID="{D2E263B4-4417-4242-86C7-4170825872A5}" presName="wedge5Tx" presStyleLbl="node1" presStyleIdx="4" presStyleCnt="6">
        <dgm:presLayoutVars>
          <dgm:chMax val="0"/>
          <dgm:chPref val="0"/>
          <dgm:bulletEnabled val="1"/>
        </dgm:presLayoutVars>
      </dgm:prSet>
      <dgm:spPr/>
    </dgm:pt>
    <dgm:pt modelId="{1EE1FE64-A58D-4F5D-8275-A8E3DA3D36B8}" type="pres">
      <dgm:prSet presAssocID="{D2E263B4-4417-4242-86C7-4170825872A5}" presName="wedge6" presStyleLbl="node1" presStyleIdx="5" presStyleCnt="6"/>
      <dgm:spPr/>
    </dgm:pt>
    <dgm:pt modelId="{6A126DF6-AB2F-4E45-8FCA-6F4ACBE650F0}" type="pres">
      <dgm:prSet presAssocID="{D2E263B4-4417-4242-86C7-4170825872A5}" presName="wedge6Tx" presStyleLbl="node1" presStyleIdx="5" presStyleCnt="6">
        <dgm:presLayoutVars>
          <dgm:chMax val="0"/>
          <dgm:chPref val="0"/>
          <dgm:bulletEnabled val="1"/>
        </dgm:presLayoutVars>
      </dgm:prSet>
      <dgm:spPr/>
    </dgm:pt>
  </dgm:ptLst>
  <dgm:cxnLst>
    <dgm:cxn modelId="{7B922F0A-A92A-404C-8A41-E2BD472882F0}" type="presOf" srcId="{26415955-F3F2-475A-8F47-8CA285D062B9}" destId="{1EE1FE64-A58D-4F5D-8275-A8E3DA3D36B8}" srcOrd="0" destOrd="0" presId="urn:microsoft.com/office/officeart/2005/8/layout/chart3"/>
    <dgm:cxn modelId="{FDCF8616-E77A-4DFB-A34A-F60A82522111}" type="presOf" srcId="{26415955-F3F2-475A-8F47-8CA285D062B9}" destId="{6A126DF6-AB2F-4E45-8FCA-6F4ACBE650F0}" srcOrd="1" destOrd="0" presId="urn:microsoft.com/office/officeart/2005/8/layout/chart3"/>
    <dgm:cxn modelId="{A5D69929-E47E-4E77-8B92-1015CD1BE399}" srcId="{D2E263B4-4417-4242-86C7-4170825872A5}" destId="{4C1D3B4B-EDA2-4BC1-87CB-607325FEEBF8}" srcOrd="3" destOrd="0" parTransId="{D0454739-8EF3-46B6-874E-233DD2A68219}" sibTransId="{A63FD4F9-A1A9-494D-89F7-37F4A851BEB1}"/>
    <dgm:cxn modelId="{D0EC3760-27C2-461C-AA87-81E02E3C10E4}" type="presOf" srcId="{4C1D3B4B-EDA2-4BC1-87CB-607325FEEBF8}" destId="{7B2EE450-EA2F-4375-BC8D-290D624492DE}" srcOrd="0" destOrd="0" presId="urn:microsoft.com/office/officeart/2005/8/layout/chart3"/>
    <dgm:cxn modelId="{30906446-6972-427D-9149-4EB930D752CE}" type="presOf" srcId="{4E35394B-0AC2-4409-9703-01C2D11C98AE}" destId="{F9EAE372-9B41-44F9-AAE2-B23F7BBE3333}" srcOrd="0" destOrd="0" presId="urn:microsoft.com/office/officeart/2005/8/layout/chart3"/>
    <dgm:cxn modelId="{B6E54B69-ED07-46B3-9EE1-5D9D5CE2E8D8}" srcId="{D2E263B4-4417-4242-86C7-4170825872A5}" destId="{4E35394B-0AC2-4409-9703-01C2D11C98AE}" srcOrd="4" destOrd="0" parTransId="{14A34885-A41F-46B0-824A-859C876FDB84}" sibTransId="{FC4EE181-12D8-4666-ACBD-CE90F301A5CA}"/>
    <dgm:cxn modelId="{77D6D752-B60B-4C60-B50A-206C6C5CDFD2}" type="presOf" srcId="{FD7D845D-F591-42FA-BEFD-BEAD5138DCDA}" destId="{F80C5AB5-4DB6-4C09-B1F9-D17861CD29BA}" srcOrd="1" destOrd="0" presId="urn:microsoft.com/office/officeart/2005/8/layout/chart3"/>
    <dgm:cxn modelId="{28D6F452-FF5A-4340-8FCD-BEF267EA6CE3}" srcId="{D2E263B4-4417-4242-86C7-4170825872A5}" destId="{993389F4-D860-41E1-B385-1EF9E2DD5A35}" srcOrd="1" destOrd="0" parTransId="{CFB12D6C-DA47-41D3-A235-68F3E3F272E4}" sibTransId="{628AC35E-1D26-40BC-A0E3-A3735A526ABD}"/>
    <dgm:cxn modelId="{5792F573-2788-4245-8138-6FFA99E1B764}" srcId="{D2E263B4-4417-4242-86C7-4170825872A5}" destId="{BEBE5F5E-12D0-497D-B24E-AB30D2E3DB14}" srcOrd="0" destOrd="0" parTransId="{542AF055-B29D-4EAA-ABB0-B4908610E033}" sibTransId="{CEA2D1A2-7E6B-4E35-A90D-E43FBD8C8A2E}"/>
    <dgm:cxn modelId="{21EA6054-76CA-4CDD-8904-A5C2D9575A62}" type="presOf" srcId="{993389F4-D860-41E1-B385-1EF9E2DD5A35}" destId="{4C8E8B35-2782-4F0B-B4A2-909B54C39A8C}" srcOrd="1" destOrd="0" presId="urn:microsoft.com/office/officeart/2005/8/layout/chart3"/>
    <dgm:cxn modelId="{F193798C-BA4A-461F-BB2D-F477217E9F7B}" type="presOf" srcId="{BEBE5F5E-12D0-497D-B24E-AB30D2E3DB14}" destId="{6FD086A1-6472-4566-8FCF-6048182DCBF1}" srcOrd="1" destOrd="0" presId="urn:microsoft.com/office/officeart/2005/8/layout/chart3"/>
    <dgm:cxn modelId="{962CDE96-A185-47CB-8568-7228BD1FAB5E}" type="presOf" srcId="{4C1D3B4B-EDA2-4BC1-87CB-607325FEEBF8}" destId="{3AB841D4-0E1A-4420-BD56-DD945544824C}" srcOrd="1" destOrd="0" presId="urn:microsoft.com/office/officeart/2005/8/layout/chart3"/>
    <dgm:cxn modelId="{AACB919D-274A-4B7E-ADAF-64A2F235F0FC}" type="presOf" srcId="{FD7D845D-F591-42FA-BEFD-BEAD5138DCDA}" destId="{59B204C5-5F67-4783-AFC3-093AC3FEA424}" srcOrd="0" destOrd="0" presId="urn:microsoft.com/office/officeart/2005/8/layout/chart3"/>
    <dgm:cxn modelId="{14BDCAA0-4359-462F-B560-853BE343B6D2}" srcId="{D2E263B4-4417-4242-86C7-4170825872A5}" destId="{26415955-F3F2-475A-8F47-8CA285D062B9}" srcOrd="5" destOrd="0" parTransId="{47BE8BF0-0AD9-43EB-843A-F0A71182F3A3}" sibTransId="{8D18A81D-7ACF-4E74-B693-5DEDA987D05F}"/>
    <dgm:cxn modelId="{9EB758BB-958B-4BDE-AFE3-39ADB1FF940E}" srcId="{D2E263B4-4417-4242-86C7-4170825872A5}" destId="{FD7D845D-F591-42FA-BEFD-BEAD5138DCDA}" srcOrd="2" destOrd="0" parTransId="{EA689398-D5CC-4A12-8217-FFB0719C8348}" sibTransId="{5DF7A1FF-7C14-42C0-A33A-B5CF443C45A4}"/>
    <dgm:cxn modelId="{7E584DBE-946C-4841-A94B-88F0D993C79B}" type="presOf" srcId="{D2E263B4-4417-4242-86C7-4170825872A5}" destId="{2C3924B9-F4EC-4A22-8DF4-4C82DA3E55A8}" srcOrd="0" destOrd="0" presId="urn:microsoft.com/office/officeart/2005/8/layout/chart3"/>
    <dgm:cxn modelId="{759519C4-3479-4654-B237-D63FE18634BA}" type="presOf" srcId="{993389F4-D860-41E1-B385-1EF9E2DD5A35}" destId="{BC990F6F-91A7-47AC-A56A-451AE7A21C66}" srcOrd="0" destOrd="0" presId="urn:microsoft.com/office/officeart/2005/8/layout/chart3"/>
    <dgm:cxn modelId="{A088A0E0-6C22-4DC5-BDB4-DECC0DD4AED8}" type="presOf" srcId="{4E35394B-0AC2-4409-9703-01C2D11C98AE}" destId="{7E5B7B90-F9A9-4E81-AC8C-CE5B3DE5D934}" srcOrd="1" destOrd="0" presId="urn:microsoft.com/office/officeart/2005/8/layout/chart3"/>
    <dgm:cxn modelId="{DCC64BEC-5353-462D-990A-8580C1447B3B}" type="presOf" srcId="{BEBE5F5E-12D0-497D-B24E-AB30D2E3DB14}" destId="{B220DED5-410A-4A69-AFCC-B7798AC3B608}" srcOrd="0" destOrd="0" presId="urn:microsoft.com/office/officeart/2005/8/layout/chart3"/>
    <dgm:cxn modelId="{A4F04DE0-9989-4D38-9637-4417083D6EFF}" type="presParOf" srcId="{2C3924B9-F4EC-4A22-8DF4-4C82DA3E55A8}" destId="{B220DED5-410A-4A69-AFCC-B7798AC3B608}" srcOrd="0" destOrd="0" presId="urn:microsoft.com/office/officeart/2005/8/layout/chart3"/>
    <dgm:cxn modelId="{10E8720D-9C58-4BB2-80E4-BD49996F4DDB}" type="presParOf" srcId="{2C3924B9-F4EC-4A22-8DF4-4C82DA3E55A8}" destId="{6FD086A1-6472-4566-8FCF-6048182DCBF1}" srcOrd="1" destOrd="0" presId="urn:microsoft.com/office/officeart/2005/8/layout/chart3"/>
    <dgm:cxn modelId="{4960F09E-E9C8-4DAF-9614-C992E3B2DCD2}" type="presParOf" srcId="{2C3924B9-F4EC-4A22-8DF4-4C82DA3E55A8}" destId="{BC990F6F-91A7-47AC-A56A-451AE7A21C66}" srcOrd="2" destOrd="0" presId="urn:microsoft.com/office/officeart/2005/8/layout/chart3"/>
    <dgm:cxn modelId="{39FEA288-530D-412D-8D65-696D991F456A}" type="presParOf" srcId="{2C3924B9-F4EC-4A22-8DF4-4C82DA3E55A8}" destId="{4C8E8B35-2782-4F0B-B4A2-909B54C39A8C}" srcOrd="3" destOrd="0" presId="urn:microsoft.com/office/officeart/2005/8/layout/chart3"/>
    <dgm:cxn modelId="{07FDBB90-1A9C-4F04-9F5F-B3F03CEB834C}" type="presParOf" srcId="{2C3924B9-F4EC-4A22-8DF4-4C82DA3E55A8}" destId="{59B204C5-5F67-4783-AFC3-093AC3FEA424}" srcOrd="4" destOrd="0" presId="urn:microsoft.com/office/officeart/2005/8/layout/chart3"/>
    <dgm:cxn modelId="{ABB1E379-1BA6-4BEA-BD4C-6A2303A4BC88}" type="presParOf" srcId="{2C3924B9-F4EC-4A22-8DF4-4C82DA3E55A8}" destId="{F80C5AB5-4DB6-4C09-B1F9-D17861CD29BA}" srcOrd="5" destOrd="0" presId="urn:microsoft.com/office/officeart/2005/8/layout/chart3"/>
    <dgm:cxn modelId="{12D3954D-116C-4ADA-8B58-FF2990ABDD05}" type="presParOf" srcId="{2C3924B9-F4EC-4A22-8DF4-4C82DA3E55A8}" destId="{7B2EE450-EA2F-4375-BC8D-290D624492DE}" srcOrd="6" destOrd="0" presId="urn:microsoft.com/office/officeart/2005/8/layout/chart3"/>
    <dgm:cxn modelId="{0FEA4EE8-42BB-43A3-A8B9-97B2641CE79F}" type="presParOf" srcId="{2C3924B9-F4EC-4A22-8DF4-4C82DA3E55A8}" destId="{3AB841D4-0E1A-4420-BD56-DD945544824C}" srcOrd="7" destOrd="0" presId="urn:microsoft.com/office/officeart/2005/8/layout/chart3"/>
    <dgm:cxn modelId="{8A1AF34C-6C4A-43AD-AD4E-E188466C2BC7}" type="presParOf" srcId="{2C3924B9-F4EC-4A22-8DF4-4C82DA3E55A8}" destId="{F9EAE372-9B41-44F9-AAE2-B23F7BBE3333}" srcOrd="8" destOrd="0" presId="urn:microsoft.com/office/officeart/2005/8/layout/chart3"/>
    <dgm:cxn modelId="{CA0FA79A-9E60-4978-A2FA-395EA04F2087}" type="presParOf" srcId="{2C3924B9-F4EC-4A22-8DF4-4C82DA3E55A8}" destId="{7E5B7B90-F9A9-4E81-AC8C-CE5B3DE5D934}" srcOrd="9" destOrd="0" presId="urn:microsoft.com/office/officeart/2005/8/layout/chart3"/>
    <dgm:cxn modelId="{9C2098FE-7A0E-4F16-A23A-DCE2104CB8C8}" type="presParOf" srcId="{2C3924B9-F4EC-4A22-8DF4-4C82DA3E55A8}" destId="{1EE1FE64-A58D-4F5D-8275-A8E3DA3D36B8}" srcOrd="10" destOrd="0" presId="urn:microsoft.com/office/officeart/2005/8/layout/chart3"/>
    <dgm:cxn modelId="{7170FF17-AACC-44CD-B462-9292D24A5AF3}" type="presParOf" srcId="{2C3924B9-F4EC-4A22-8DF4-4C82DA3E55A8}" destId="{6A126DF6-AB2F-4E45-8FCA-6F4ACBE650F0}" srcOrd="11"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F6407D0-9BE1-466D-BE76-BF4E5FC56E51}" type="doc">
      <dgm:prSet loTypeId="urn:microsoft.com/office/officeart/2005/8/layout/default" loCatId="list" qsTypeId="urn:microsoft.com/office/officeart/2005/8/quickstyle/3d1" qsCatId="3D" csTypeId="urn:microsoft.com/office/officeart/2005/8/colors/accent0_3" csCatId="mainScheme" phldr="1"/>
      <dgm:spPr/>
      <dgm:t>
        <a:bodyPr/>
        <a:lstStyle/>
        <a:p>
          <a:endParaRPr lang="en-US"/>
        </a:p>
      </dgm:t>
    </dgm:pt>
    <dgm:pt modelId="{822AB406-7725-480C-A57F-C7AF7C53E3AC}">
      <dgm:prSet/>
      <dgm:spPr/>
      <dgm:t>
        <a:bodyPr/>
        <a:lstStyle/>
        <a:p>
          <a:r>
            <a:rPr lang="en-IN" dirty="0"/>
            <a:t>SVM</a:t>
          </a:r>
          <a:endParaRPr lang="en-US" dirty="0"/>
        </a:p>
      </dgm:t>
    </dgm:pt>
    <dgm:pt modelId="{93233E5C-5833-4F70-883C-BE968C4379CF}" type="parTrans" cxnId="{B5740596-022B-4C93-B149-675620E4AB72}">
      <dgm:prSet/>
      <dgm:spPr/>
      <dgm:t>
        <a:bodyPr/>
        <a:lstStyle/>
        <a:p>
          <a:endParaRPr lang="en-US"/>
        </a:p>
      </dgm:t>
    </dgm:pt>
    <dgm:pt modelId="{7ACC96BA-48F2-474A-800E-34B795CDB2C2}" type="sibTrans" cxnId="{B5740596-022B-4C93-B149-675620E4AB72}">
      <dgm:prSet/>
      <dgm:spPr/>
      <dgm:t>
        <a:bodyPr/>
        <a:lstStyle/>
        <a:p>
          <a:endParaRPr lang="en-US"/>
        </a:p>
      </dgm:t>
    </dgm:pt>
    <dgm:pt modelId="{7908F934-5DCC-43F9-9E4C-7BCF5F185431}">
      <dgm:prSet/>
      <dgm:spPr/>
      <dgm:t>
        <a:bodyPr/>
        <a:lstStyle/>
        <a:p>
          <a:r>
            <a:rPr lang="en-IN" dirty="0"/>
            <a:t>Fan : 89.66</a:t>
          </a:r>
          <a:endParaRPr lang="en-US" dirty="0"/>
        </a:p>
      </dgm:t>
    </dgm:pt>
    <dgm:pt modelId="{7554F20F-CA26-4929-BBE7-F50259CFDAF3}" type="parTrans" cxnId="{9E5CEEAC-4679-43F5-8728-3E3D47ADD8CE}">
      <dgm:prSet/>
      <dgm:spPr/>
      <dgm:t>
        <a:bodyPr/>
        <a:lstStyle/>
        <a:p>
          <a:endParaRPr lang="en-US"/>
        </a:p>
      </dgm:t>
    </dgm:pt>
    <dgm:pt modelId="{900A704F-104D-4DB9-BA15-5BD26ACEEEC9}" type="sibTrans" cxnId="{9E5CEEAC-4679-43F5-8728-3E3D47ADD8CE}">
      <dgm:prSet/>
      <dgm:spPr/>
      <dgm:t>
        <a:bodyPr/>
        <a:lstStyle/>
        <a:p>
          <a:endParaRPr lang="en-US"/>
        </a:p>
      </dgm:t>
    </dgm:pt>
    <dgm:pt modelId="{49D33962-73E0-415E-BF8D-BF82B4B32D79}">
      <dgm:prSet/>
      <dgm:spPr/>
      <dgm:t>
        <a:bodyPr/>
        <a:lstStyle/>
        <a:p>
          <a:r>
            <a:rPr lang="en-IN" dirty="0"/>
            <a:t>Light : 92.07</a:t>
          </a:r>
          <a:endParaRPr lang="en-US" dirty="0"/>
        </a:p>
      </dgm:t>
    </dgm:pt>
    <dgm:pt modelId="{36ECE676-DCE3-4C2B-B9FD-1442DFBA400A}" type="parTrans" cxnId="{AC0ACA11-1885-4189-BD85-E6E0AC6ED39D}">
      <dgm:prSet/>
      <dgm:spPr/>
      <dgm:t>
        <a:bodyPr/>
        <a:lstStyle/>
        <a:p>
          <a:endParaRPr lang="en-US"/>
        </a:p>
      </dgm:t>
    </dgm:pt>
    <dgm:pt modelId="{40308F78-319B-4F14-BE7F-9549ABB121B0}" type="sibTrans" cxnId="{AC0ACA11-1885-4189-BD85-E6E0AC6ED39D}">
      <dgm:prSet/>
      <dgm:spPr/>
      <dgm:t>
        <a:bodyPr/>
        <a:lstStyle/>
        <a:p>
          <a:endParaRPr lang="en-US"/>
        </a:p>
      </dgm:t>
    </dgm:pt>
    <dgm:pt modelId="{21890283-99EC-4984-84B8-1AB97AE51B41}">
      <dgm:prSet/>
      <dgm:spPr/>
      <dgm:t>
        <a:bodyPr/>
        <a:lstStyle/>
        <a:p>
          <a:r>
            <a:rPr lang="en-IN"/>
            <a:t>Naïve Bayes</a:t>
          </a:r>
          <a:endParaRPr lang="en-US" dirty="0"/>
        </a:p>
      </dgm:t>
    </dgm:pt>
    <dgm:pt modelId="{EBFEDDAD-9559-4571-8BA5-8C6FD50501BB}" type="parTrans" cxnId="{CF9ADF43-CAA3-46BD-855D-C6501F804136}">
      <dgm:prSet/>
      <dgm:spPr/>
      <dgm:t>
        <a:bodyPr/>
        <a:lstStyle/>
        <a:p>
          <a:endParaRPr lang="en-US"/>
        </a:p>
      </dgm:t>
    </dgm:pt>
    <dgm:pt modelId="{FFCC838B-C16C-4BF7-98F6-CB6749E8435D}" type="sibTrans" cxnId="{CF9ADF43-CAA3-46BD-855D-C6501F804136}">
      <dgm:prSet/>
      <dgm:spPr/>
      <dgm:t>
        <a:bodyPr/>
        <a:lstStyle/>
        <a:p>
          <a:endParaRPr lang="en-US"/>
        </a:p>
      </dgm:t>
    </dgm:pt>
    <dgm:pt modelId="{72C592D0-8C8D-4962-8476-CA224C6D21A1}">
      <dgm:prSet/>
      <dgm:spPr/>
      <dgm:t>
        <a:bodyPr/>
        <a:lstStyle/>
        <a:p>
          <a:r>
            <a:rPr lang="en-IN"/>
            <a:t>Accuracy Score</a:t>
          </a:r>
          <a:endParaRPr lang="en-US"/>
        </a:p>
      </dgm:t>
    </dgm:pt>
    <dgm:pt modelId="{7C0A4F65-1870-459D-B31B-A33F59E43CAE}" type="parTrans" cxnId="{09B99507-5995-4651-8D66-E9CFAD703E56}">
      <dgm:prSet/>
      <dgm:spPr/>
      <dgm:t>
        <a:bodyPr/>
        <a:lstStyle/>
        <a:p>
          <a:endParaRPr lang="en-US"/>
        </a:p>
      </dgm:t>
    </dgm:pt>
    <dgm:pt modelId="{2F05F75C-B665-4D43-AF2D-5C4A2FA28824}" type="sibTrans" cxnId="{09B99507-5995-4651-8D66-E9CFAD703E56}">
      <dgm:prSet/>
      <dgm:spPr/>
      <dgm:t>
        <a:bodyPr/>
        <a:lstStyle/>
        <a:p>
          <a:endParaRPr lang="en-US"/>
        </a:p>
      </dgm:t>
    </dgm:pt>
    <dgm:pt modelId="{42C4AD42-E1FA-499B-B93B-BDA9B7735E79}">
      <dgm:prSet/>
      <dgm:spPr/>
      <dgm:t>
        <a:bodyPr/>
        <a:lstStyle/>
        <a:p>
          <a:r>
            <a:rPr lang="en-IN" dirty="0"/>
            <a:t>Fan : 87.59</a:t>
          </a:r>
          <a:endParaRPr lang="en-US" dirty="0"/>
        </a:p>
      </dgm:t>
    </dgm:pt>
    <dgm:pt modelId="{5387881B-D220-4AD9-88DC-618BE7156504}" type="parTrans" cxnId="{AC2F3D6E-BCA1-4806-83F9-49CBFFBF630A}">
      <dgm:prSet/>
      <dgm:spPr/>
      <dgm:t>
        <a:bodyPr/>
        <a:lstStyle/>
        <a:p>
          <a:endParaRPr lang="en-US"/>
        </a:p>
      </dgm:t>
    </dgm:pt>
    <dgm:pt modelId="{594D0D41-2574-4182-A215-12CE85BDA12B}" type="sibTrans" cxnId="{AC2F3D6E-BCA1-4806-83F9-49CBFFBF630A}">
      <dgm:prSet/>
      <dgm:spPr/>
      <dgm:t>
        <a:bodyPr/>
        <a:lstStyle/>
        <a:p>
          <a:endParaRPr lang="en-US"/>
        </a:p>
      </dgm:t>
    </dgm:pt>
    <dgm:pt modelId="{D532DB6D-7E29-4D33-A542-DD4D372BF703}">
      <dgm:prSet/>
      <dgm:spPr/>
      <dgm:t>
        <a:bodyPr/>
        <a:lstStyle/>
        <a:p>
          <a:r>
            <a:rPr lang="en-IN" dirty="0"/>
            <a:t>Light : 92.07</a:t>
          </a:r>
          <a:endParaRPr lang="en-US" dirty="0"/>
        </a:p>
      </dgm:t>
    </dgm:pt>
    <dgm:pt modelId="{51463355-5E4B-4D89-B03A-EC3FCBD2CB1D}" type="parTrans" cxnId="{90264608-EE9F-4900-B39A-4EE64A335801}">
      <dgm:prSet/>
      <dgm:spPr/>
      <dgm:t>
        <a:bodyPr/>
        <a:lstStyle/>
        <a:p>
          <a:endParaRPr lang="en-US"/>
        </a:p>
      </dgm:t>
    </dgm:pt>
    <dgm:pt modelId="{07602028-925E-41C7-BD9B-3F9F0A378B36}" type="sibTrans" cxnId="{90264608-EE9F-4900-B39A-4EE64A335801}">
      <dgm:prSet/>
      <dgm:spPr/>
      <dgm:t>
        <a:bodyPr/>
        <a:lstStyle/>
        <a:p>
          <a:endParaRPr lang="en-US"/>
        </a:p>
      </dgm:t>
    </dgm:pt>
    <dgm:pt modelId="{D0886E8A-E212-41A0-8F72-F9DBBD2DBC69}">
      <dgm:prSet/>
      <dgm:spPr/>
      <dgm:t>
        <a:bodyPr/>
        <a:lstStyle/>
        <a:p>
          <a:r>
            <a:rPr lang="en-IN"/>
            <a:t>KNN</a:t>
          </a:r>
          <a:endParaRPr lang="en-US" dirty="0"/>
        </a:p>
      </dgm:t>
    </dgm:pt>
    <dgm:pt modelId="{3DADB4F0-5083-4C70-BD26-1ADD63958726}" type="parTrans" cxnId="{18D258DD-F147-4C95-A00B-357170E7B3FD}">
      <dgm:prSet/>
      <dgm:spPr/>
      <dgm:t>
        <a:bodyPr/>
        <a:lstStyle/>
        <a:p>
          <a:endParaRPr lang="en-US"/>
        </a:p>
      </dgm:t>
    </dgm:pt>
    <dgm:pt modelId="{D4E14CB3-1C5E-4F0B-B192-352FE6A72F4D}" type="sibTrans" cxnId="{18D258DD-F147-4C95-A00B-357170E7B3FD}">
      <dgm:prSet/>
      <dgm:spPr/>
      <dgm:t>
        <a:bodyPr/>
        <a:lstStyle/>
        <a:p>
          <a:endParaRPr lang="en-US"/>
        </a:p>
      </dgm:t>
    </dgm:pt>
    <dgm:pt modelId="{9C5359D4-2E25-4EA2-AAA7-0DE8DF8869F7}">
      <dgm:prSet/>
      <dgm:spPr/>
      <dgm:t>
        <a:bodyPr/>
        <a:lstStyle/>
        <a:p>
          <a:r>
            <a:rPr lang="en-IN"/>
            <a:t>Accuracy Score</a:t>
          </a:r>
          <a:endParaRPr lang="en-US"/>
        </a:p>
      </dgm:t>
    </dgm:pt>
    <dgm:pt modelId="{82345DA5-6937-41EC-888D-6508CC2AEC7E}" type="parTrans" cxnId="{65B5AF53-4B1C-467E-A95A-9686D17BFA9B}">
      <dgm:prSet/>
      <dgm:spPr/>
      <dgm:t>
        <a:bodyPr/>
        <a:lstStyle/>
        <a:p>
          <a:endParaRPr lang="en-US"/>
        </a:p>
      </dgm:t>
    </dgm:pt>
    <dgm:pt modelId="{3DB1528C-C0B4-4A04-9C45-9D7F472F7542}" type="sibTrans" cxnId="{65B5AF53-4B1C-467E-A95A-9686D17BFA9B}">
      <dgm:prSet/>
      <dgm:spPr/>
      <dgm:t>
        <a:bodyPr/>
        <a:lstStyle/>
        <a:p>
          <a:endParaRPr lang="en-US"/>
        </a:p>
      </dgm:t>
    </dgm:pt>
    <dgm:pt modelId="{E37BBF8C-DFB6-4083-944D-7BE778DF7D8D}">
      <dgm:prSet/>
      <dgm:spPr/>
      <dgm:t>
        <a:bodyPr/>
        <a:lstStyle/>
        <a:p>
          <a:r>
            <a:rPr lang="en-IN" dirty="0"/>
            <a:t>Fan : 93.45</a:t>
          </a:r>
          <a:endParaRPr lang="en-US" dirty="0"/>
        </a:p>
      </dgm:t>
    </dgm:pt>
    <dgm:pt modelId="{6718B881-AE37-463F-8294-45D65984C49D}" type="parTrans" cxnId="{F8BF578B-41EB-4C36-8982-E5150AFFF126}">
      <dgm:prSet/>
      <dgm:spPr/>
      <dgm:t>
        <a:bodyPr/>
        <a:lstStyle/>
        <a:p>
          <a:endParaRPr lang="en-US"/>
        </a:p>
      </dgm:t>
    </dgm:pt>
    <dgm:pt modelId="{FC9E173F-6748-40C0-8851-8AEE98C4D501}" type="sibTrans" cxnId="{F8BF578B-41EB-4C36-8982-E5150AFFF126}">
      <dgm:prSet/>
      <dgm:spPr/>
      <dgm:t>
        <a:bodyPr/>
        <a:lstStyle/>
        <a:p>
          <a:endParaRPr lang="en-US"/>
        </a:p>
      </dgm:t>
    </dgm:pt>
    <dgm:pt modelId="{063F1FB0-ACC1-414D-AEAA-0690D70906DF}">
      <dgm:prSet/>
      <dgm:spPr/>
      <dgm:t>
        <a:bodyPr/>
        <a:lstStyle/>
        <a:p>
          <a:r>
            <a:rPr lang="en-IN" dirty="0"/>
            <a:t>Light : 92.07</a:t>
          </a:r>
          <a:endParaRPr lang="en-US" dirty="0"/>
        </a:p>
      </dgm:t>
    </dgm:pt>
    <dgm:pt modelId="{C70B28B6-AFF0-4DCA-80A2-2DDA25E19AA9}" type="parTrans" cxnId="{A00C0776-76C7-42DE-9908-3981085AE451}">
      <dgm:prSet/>
      <dgm:spPr/>
      <dgm:t>
        <a:bodyPr/>
        <a:lstStyle/>
        <a:p>
          <a:endParaRPr lang="en-US"/>
        </a:p>
      </dgm:t>
    </dgm:pt>
    <dgm:pt modelId="{315AD541-DCC8-41F4-99C1-5D2D210EEB7C}" type="sibTrans" cxnId="{A00C0776-76C7-42DE-9908-3981085AE451}">
      <dgm:prSet/>
      <dgm:spPr/>
      <dgm:t>
        <a:bodyPr/>
        <a:lstStyle/>
        <a:p>
          <a:endParaRPr lang="en-US"/>
        </a:p>
      </dgm:t>
    </dgm:pt>
    <dgm:pt modelId="{86BC5293-1EB4-48C1-A149-00A809A7A10D}">
      <dgm:prSet/>
      <dgm:spPr/>
      <dgm:t>
        <a:bodyPr/>
        <a:lstStyle/>
        <a:p>
          <a:r>
            <a:rPr lang="en-IN" dirty="0"/>
            <a:t>Random Forest</a:t>
          </a:r>
          <a:endParaRPr lang="en-US" dirty="0"/>
        </a:p>
      </dgm:t>
    </dgm:pt>
    <dgm:pt modelId="{D6E3CC2B-D54C-49CC-A421-6474EAA38E15}" type="parTrans" cxnId="{96102065-EB03-4EA3-8098-4CD046441393}">
      <dgm:prSet/>
      <dgm:spPr/>
      <dgm:t>
        <a:bodyPr/>
        <a:lstStyle/>
        <a:p>
          <a:endParaRPr lang="en-US"/>
        </a:p>
      </dgm:t>
    </dgm:pt>
    <dgm:pt modelId="{CDFBAE8B-B05F-4E2C-962A-98CBB636A949}" type="sibTrans" cxnId="{96102065-EB03-4EA3-8098-4CD046441393}">
      <dgm:prSet/>
      <dgm:spPr/>
      <dgm:t>
        <a:bodyPr/>
        <a:lstStyle/>
        <a:p>
          <a:endParaRPr lang="en-US"/>
        </a:p>
      </dgm:t>
    </dgm:pt>
    <dgm:pt modelId="{AA9CA203-0748-4CAF-A73D-DBFB79E2B952}">
      <dgm:prSet/>
      <dgm:spPr/>
      <dgm:t>
        <a:bodyPr/>
        <a:lstStyle/>
        <a:p>
          <a:r>
            <a:rPr lang="en-IN"/>
            <a:t>Accuracy Score</a:t>
          </a:r>
          <a:endParaRPr lang="en-US"/>
        </a:p>
      </dgm:t>
    </dgm:pt>
    <dgm:pt modelId="{932DBD9B-5494-49A7-89B6-66C903E13444}" type="parTrans" cxnId="{A9F3C28B-467B-42A1-9BBF-594BB2E04C85}">
      <dgm:prSet/>
      <dgm:spPr/>
      <dgm:t>
        <a:bodyPr/>
        <a:lstStyle/>
        <a:p>
          <a:endParaRPr lang="en-US"/>
        </a:p>
      </dgm:t>
    </dgm:pt>
    <dgm:pt modelId="{68F75E71-2640-4F30-8D02-08BD774E73A6}" type="sibTrans" cxnId="{A9F3C28B-467B-42A1-9BBF-594BB2E04C85}">
      <dgm:prSet/>
      <dgm:spPr/>
      <dgm:t>
        <a:bodyPr/>
        <a:lstStyle/>
        <a:p>
          <a:endParaRPr lang="en-US"/>
        </a:p>
      </dgm:t>
    </dgm:pt>
    <dgm:pt modelId="{7E28E690-0ED6-4654-BA89-42CB3B9A78CF}">
      <dgm:prSet/>
      <dgm:spPr/>
      <dgm:t>
        <a:bodyPr/>
        <a:lstStyle/>
        <a:p>
          <a:r>
            <a:rPr lang="en-IN" dirty="0"/>
            <a:t>Fan : 91.38</a:t>
          </a:r>
          <a:endParaRPr lang="en-US" dirty="0"/>
        </a:p>
      </dgm:t>
    </dgm:pt>
    <dgm:pt modelId="{76EFFF5E-8D34-4B23-B3EB-F2222F40318B}" type="parTrans" cxnId="{D0C01C4E-ED33-495C-92A0-F4E3EE36C756}">
      <dgm:prSet/>
      <dgm:spPr/>
      <dgm:t>
        <a:bodyPr/>
        <a:lstStyle/>
        <a:p>
          <a:endParaRPr lang="en-US"/>
        </a:p>
      </dgm:t>
    </dgm:pt>
    <dgm:pt modelId="{FE4AB73E-E7ED-4450-B079-438E7764DA99}" type="sibTrans" cxnId="{D0C01C4E-ED33-495C-92A0-F4E3EE36C756}">
      <dgm:prSet/>
      <dgm:spPr/>
      <dgm:t>
        <a:bodyPr/>
        <a:lstStyle/>
        <a:p>
          <a:endParaRPr lang="en-US"/>
        </a:p>
      </dgm:t>
    </dgm:pt>
    <dgm:pt modelId="{F66E3FFE-7D35-43B8-A33F-45A5DCB74B12}">
      <dgm:prSet/>
      <dgm:spPr/>
      <dgm:t>
        <a:bodyPr/>
        <a:lstStyle/>
        <a:p>
          <a:r>
            <a:rPr lang="en-IN" dirty="0"/>
            <a:t>Light : 90.69</a:t>
          </a:r>
          <a:endParaRPr lang="en-US" dirty="0"/>
        </a:p>
      </dgm:t>
    </dgm:pt>
    <dgm:pt modelId="{EAA4B348-F9EA-4822-AA80-39D8FDB62FC4}" type="parTrans" cxnId="{4EF22BAF-7E6D-403A-902F-70813DB597A6}">
      <dgm:prSet/>
      <dgm:spPr/>
      <dgm:t>
        <a:bodyPr/>
        <a:lstStyle/>
        <a:p>
          <a:endParaRPr lang="en-US"/>
        </a:p>
      </dgm:t>
    </dgm:pt>
    <dgm:pt modelId="{F3251D8A-1437-4092-82B5-72CB4D7817DF}" type="sibTrans" cxnId="{4EF22BAF-7E6D-403A-902F-70813DB597A6}">
      <dgm:prSet/>
      <dgm:spPr/>
      <dgm:t>
        <a:bodyPr/>
        <a:lstStyle/>
        <a:p>
          <a:endParaRPr lang="en-US"/>
        </a:p>
      </dgm:t>
    </dgm:pt>
    <dgm:pt modelId="{992BD5ED-9D17-4AB4-A870-4340207FE4B0}">
      <dgm:prSet/>
      <dgm:spPr/>
      <dgm:t>
        <a:bodyPr/>
        <a:lstStyle/>
        <a:p>
          <a:r>
            <a:rPr lang="en-IN"/>
            <a:t>Decision Tree</a:t>
          </a:r>
          <a:endParaRPr lang="en-US" dirty="0"/>
        </a:p>
      </dgm:t>
    </dgm:pt>
    <dgm:pt modelId="{565CE8D6-2F43-46D7-B27A-8398B7E17DE8}" type="parTrans" cxnId="{36857F27-1E09-445E-BFB4-E5D7E241B088}">
      <dgm:prSet/>
      <dgm:spPr/>
      <dgm:t>
        <a:bodyPr/>
        <a:lstStyle/>
        <a:p>
          <a:endParaRPr lang="en-US"/>
        </a:p>
      </dgm:t>
    </dgm:pt>
    <dgm:pt modelId="{92EBE2C4-863B-43E9-8D4B-F9ECE34B0274}" type="sibTrans" cxnId="{36857F27-1E09-445E-BFB4-E5D7E241B088}">
      <dgm:prSet/>
      <dgm:spPr/>
      <dgm:t>
        <a:bodyPr/>
        <a:lstStyle/>
        <a:p>
          <a:endParaRPr lang="en-US"/>
        </a:p>
      </dgm:t>
    </dgm:pt>
    <dgm:pt modelId="{7788ED4F-C63D-41AD-9809-DF24B730CE49}">
      <dgm:prSet/>
      <dgm:spPr/>
      <dgm:t>
        <a:bodyPr/>
        <a:lstStyle/>
        <a:p>
          <a:r>
            <a:rPr lang="en-IN"/>
            <a:t>Accuracy Score</a:t>
          </a:r>
          <a:endParaRPr lang="en-US"/>
        </a:p>
      </dgm:t>
    </dgm:pt>
    <dgm:pt modelId="{9188D766-CA5E-40EE-8B72-02013A5F394E}" type="parTrans" cxnId="{2D1D1DC2-2E38-4EF0-9C56-116A85C7FE4B}">
      <dgm:prSet/>
      <dgm:spPr/>
      <dgm:t>
        <a:bodyPr/>
        <a:lstStyle/>
        <a:p>
          <a:endParaRPr lang="en-US"/>
        </a:p>
      </dgm:t>
    </dgm:pt>
    <dgm:pt modelId="{153812B1-D7A3-42C6-BBFB-206B9867E114}" type="sibTrans" cxnId="{2D1D1DC2-2E38-4EF0-9C56-116A85C7FE4B}">
      <dgm:prSet/>
      <dgm:spPr/>
      <dgm:t>
        <a:bodyPr/>
        <a:lstStyle/>
        <a:p>
          <a:endParaRPr lang="en-US"/>
        </a:p>
      </dgm:t>
    </dgm:pt>
    <dgm:pt modelId="{4876BFFD-D441-43DA-96AC-EE15E54E22AB}">
      <dgm:prSet/>
      <dgm:spPr/>
      <dgm:t>
        <a:bodyPr/>
        <a:lstStyle/>
        <a:p>
          <a:r>
            <a:rPr lang="en-IN" dirty="0"/>
            <a:t>Fan : 91.38</a:t>
          </a:r>
          <a:endParaRPr lang="en-US" dirty="0"/>
        </a:p>
      </dgm:t>
    </dgm:pt>
    <dgm:pt modelId="{9FEB1381-A52A-4BBF-B050-8C9DD71BFD10}" type="parTrans" cxnId="{B80FE550-8FC7-439B-B076-731D8F0B472A}">
      <dgm:prSet/>
      <dgm:spPr/>
      <dgm:t>
        <a:bodyPr/>
        <a:lstStyle/>
        <a:p>
          <a:endParaRPr lang="en-US"/>
        </a:p>
      </dgm:t>
    </dgm:pt>
    <dgm:pt modelId="{1D8591F4-550C-4CFD-AE63-5DD81F10DDEA}" type="sibTrans" cxnId="{B80FE550-8FC7-439B-B076-731D8F0B472A}">
      <dgm:prSet/>
      <dgm:spPr/>
      <dgm:t>
        <a:bodyPr/>
        <a:lstStyle/>
        <a:p>
          <a:endParaRPr lang="en-US"/>
        </a:p>
      </dgm:t>
    </dgm:pt>
    <dgm:pt modelId="{400D242E-25B7-4D4E-8FE2-7A0C17690769}">
      <dgm:prSet/>
      <dgm:spPr/>
      <dgm:t>
        <a:bodyPr/>
        <a:lstStyle/>
        <a:p>
          <a:r>
            <a:rPr lang="en-IN" dirty="0"/>
            <a:t>Light : 89.66</a:t>
          </a:r>
          <a:endParaRPr lang="en-US" dirty="0"/>
        </a:p>
      </dgm:t>
    </dgm:pt>
    <dgm:pt modelId="{E4513362-494F-47FF-B711-124D9D287122}" type="parTrans" cxnId="{EABC2717-2267-40F2-9841-E958176B9AEE}">
      <dgm:prSet/>
      <dgm:spPr/>
      <dgm:t>
        <a:bodyPr/>
        <a:lstStyle/>
        <a:p>
          <a:endParaRPr lang="en-US"/>
        </a:p>
      </dgm:t>
    </dgm:pt>
    <dgm:pt modelId="{FC8BC26E-8942-4112-806C-8A180B371EED}" type="sibTrans" cxnId="{EABC2717-2267-40F2-9841-E958176B9AEE}">
      <dgm:prSet/>
      <dgm:spPr/>
      <dgm:t>
        <a:bodyPr/>
        <a:lstStyle/>
        <a:p>
          <a:endParaRPr lang="en-US"/>
        </a:p>
      </dgm:t>
    </dgm:pt>
    <dgm:pt modelId="{A58C420D-5657-4D5F-825C-C910E7460EE6}">
      <dgm:prSet/>
      <dgm:spPr/>
      <dgm:t>
        <a:bodyPr/>
        <a:lstStyle/>
        <a:p>
          <a:r>
            <a:rPr lang="en-IN" dirty="0"/>
            <a:t>Accuracy Score</a:t>
          </a:r>
          <a:endParaRPr lang="en-US" dirty="0"/>
        </a:p>
      </dgm:t>
    </dgm:pt>
    <dgm:pt modelId="{B05158ED-93F0-41C6-BEF8-600CCEB7855B}" type="sibTrans" cxnId="{BBB53616-6A56-4373-B946-A29E838A46CE}">
      <dgm:prSet/>
      <dgm:spPr/>
      <dgm:t>
        <a:bodyPr/>
        <a:lstStyle/>
        <a:p>
          <a:endParaRPr lang="en-US"/>
        </a:p>
      </dgm:t>
    </dgm:pt>
    <dgm:pt modelId="{2B893130-6FF0-40CA-9415-794CD96488CB}" type="parTrans" cxnId="{BBB53616-6A56-4373-B946-A29E838A46CE}">
      <dgm:prSet/>
      <dgm:spPr/>
      <dgm:t>
        <a:bodyPr/>
        <a:lstStyle/>
        <a:p>
          <a:endParaRPr lang="en-US"/>
        </a:p>
      </dgm:t>
    </dgm:pt>
    <dgm:pt modelId="{4639B4EC-5733-4C47-B64F-D03D3F15066A}" type="pres">
      <dgm:prSet presAssocID="{CF6407D0-9BE1-466D-BE76-BF4E5FC56E51}" presName="diagram" presStyleCnt="0">
        <dgm:presLayoutVars>
          <dgm:dir/>
          <dgm:resizeHandles val="exact"/>
        </dgm:presLayoutVars>
      </dgm:prSet>
      <dgm:spPr/>
    </dgm:pt>
    <dgm:pt modelId="{0AA325F0-3EF8-4AA6-80F3-B14009D5F1AF}" type="pres">
      <dgm:prSet presAssocID="{822AB406-7725-480C-A57F-C7AF7C53E3AC}" presName="node" presStyleLbl="node1" presStyleIdx="0" presStyleCnt="20" custLinFactNeighborX="126">
        <dgm:presLayoutVars>
          <dgm:bulletEnabled val="1"/>
        </dgm:presLayoutVars>
      </dgm:prSet>
      <dgm:spPr/>
    </dgm:pt>
    <dgm:pt modelId="{27E8A143-ED1F-49E6-B78B-BDCB4841A62E}" type="pres">
      <dgm:prSet presAssocID="{7ACC96BA-48F2-474A-800E-34B795CDB2C2}" presName="sibTrans" presStyleCnt="0"/>
      <dgm:spPr/>
    </dgm:pt>
    <dgm:pt modelId="{B0C911F0-8261-43AB-9A3B-B16F9123EC10}" type="pres">
      <dgm:prSet presAssocID="{A58C420D-5657-4D5F-825C-C910E7460EE6}" presName="node" presStyleLbl="node1" presStyleIdx="1" presStyleCnt="20" custLinFactNeighborX="-527">
        <dgm:presLayoutVars>
          <dgm:bulletEnabled val="1"/>
        </dgm:presLayoutVars>
      </dgm:prSet>
      <dgm:spPr/>
    </dgm:pt>
    <dgm:pt modelId="{720CEF57-84D9-4B39-9739-ECDB43BB6FE6}" type="pres">
      <dgm:prSet presAssocID="{B05158ED-93F0-41C6-BEF8-600CCEB7855B}" presName="sibTrans" presStyleCnt="0"/>
      <dgm:spPr/>
    </dgm:pt>
    <dgm:pt modelId="{2129DD9D-8862-4138-8A5F-D3637EE581DA}" type="pres">
      <dgm:prSet presAssocID="{7908F934-5DCC-43F9-9E4C-7BCF5F185431}" presName="node" presStyleLbl="node1" presStyleIdx="2" presStyleCnt="20" custLinFactNeighborX="-527">
        <dgm:presLayoutVars>
          <dgm:bulletEnabled val="1"/>
        </dgm:presLayoutVars>
      </dgm:prSet>
      <dgm:spPr/>
    </dgm:pt>
    <dgm:pt modelId="{0E30E93C-F253-4893-8A41-1387CE4D96D3}" type="pres">
      <dgm:prSet presAssocID="{900A704F-104D-4DB9-BA15-5BD26ACEEEC9}" presName="sibTrans" presStyleCnt="0"/>
      <dgm:spPr/>
    </dgm:pt>
    <dgm:pt modelId="{89DEE86E-9D50-47F8-A65E-26D5AD0FA217}" type="pres">
      <dgm:prSet presAssocID="{49D33962-73E0-415E-BF8D-BF82B4B32D79}" presName="node" presStyleLbl="node1" presStyleIdx="3" presStyleCnt="20" custLinFactNeighborX="126">
        <dgm:presLayoutVars>
          <dgm:bulletEnabled val="1"/>
        </dgm:presLayoutVars>
      </dgm:prSet>
      <dgm:spPr/>
    </dgm:pt>
    <dgm:pt modelId="{5C878123-91B8-4E8B-B31C-C3BA581EC6A7}" type="pres">
      <dgm:prSet presAssocID="{40308F78-319B-4F14-BE7F-9549ABB121B0}" presName="sibTrans" presStyleCnt="0"/>
      <dgm:spPr/>
    </dgm:pt>
    <dgm:pt modelId="{13C4026B-BA14-4F26-ABB2-EE98F06824B9}" type="pres">
      <dgm:prSet presAssocID="{21890283-99EC-4984-84B8-1AB97AE51B41}" presName="node" presStyleLbl="node1" presStyleIdx="4" presStyleCnt="20" custLinFactNeighborX="721">
        <dgm:presLayoutVars>
          <dgm:bulletEnabled val="1"/>
        </dgm:presLayoutVars>
      </dgm:prSet>
      <dgm:spPr/>
    </dgm:pt>
    <dgm:pt modelId="{C3631EC6-4E28-42AA-AEA5-A5859BB8C8C8}" type="pres">
      <dgm:prSet presAssocID="{FFCC838B-C16C-4BF7-98F6-CB6749E8435D}" presName="sibTrans" presStyleCnt="0"/>
      <dgm:spPr/>
    </dgm:pt>
    <dgm:pt modelId="{2C92BB63-245D-42F9-A000-89AC71100778}" type="pres">
      <dgm:prSet presAssocID="{72C592D0-8C8D-4962-8476-CA224C6D21A1}" presName="node" presStyleLbl="node1" presStyleIdx="5" presStyleCnt="20" custLinFactNeighborX="721">
        <dgm:presLayoutVars>
          <dgm:bulletEnabled val="1"/>
        </dgm:presLayoutVars>
      </dgm:prSet>
      <dgm:spPr/>
    </dgm:pt>
    <dgm:pt modelId="{6736F453-798C-47C1-8408-37DA94670D75}" type="pres">
      <dgm:prSet presAssocID="{2F05F75C-B665-4D43-AF2D-5C4A2FA28824}" presName="sibTrans" presStyleCnt="0"/>
      <dgm:spPr/>
    </dgm:pt>
    <dgm:pt modelId="{293205E4-ED4C-4E56-861C-0A140C1E0AF4}" type="pres">
      <dgm:prSet presAssocID="{42C4AD42-E1FA-499B-B93B-BDA9B7735E79}" presName="node" presStyleLbl="node1" presStyleIdx="6" presStyleCnt="20" custLinFactNeighborX="721">
        <dgm:presLayoutVars>
          <dgm:bulletEnabled val="1"/>
        </dgm:presLayoutVars>
      </dgm:prSet>
      <dgm:spPr/>
    </dgm:pt>
    <dgm:pt modelId="{EBF87AF5-F001-46D6-A2A2-C0B4ED6EB611}" type="pres">
      <dgm:prSet presAssocID="{594D0D41-2574-4182-A215-12CE85BDA12B}" presName="sibTrans" presStyleCnt="0"/>
      <dgm:spPr/>
    </dgm:pt>
    <dgm:pt modelId="{51E92566-E134-4EB7-AA20-2EB9B8248DEA}" type="pres">
      <dgm:prSet presAssocID="{D532DB6D-7E29-4D33-A542-DD4D372BF703}" presName="node" presStyleLbl="node1" presStyleIdx="7" presStyleCnt="20" custLinFactNeighborX="126">
        <dgm:presLayoutVars>
          <dgm:bulletEnabled val="1"/>
        </dgm:presLayoutVars>
      </dgm:prSet>
      <dgm:spPr/>
    </dgm:pt>
    <dgm:pt modelId="{5DA0FBC8-2A04-4299-A9EC-AB57F6961027}" type="pres">
      <dgm:prSet presAssocID="{07602028-925E-41C7-BD9B-3F9F0A378B36}" presName="sibTrans" presStyleCnt="0"/>
      <dgm:spPr/>
    </dgm:pt>
    <dgm:pt modelId="{5B8E0D40-2AA5-45B6-80B2-3B70CDB226B1}" type="pres">
      <dgm:prSet presAssocID="{D0886E8A-E212-41A0-8F72-F9DBBD2DBC69}" presName="node" presStyleLbl="node1" presStyleIdx="8" presStyleCnt="20" custLinFactNeighborX="126" custLinFactNeighborY="555">
        <dgm:presLayoutVars>
          <dgm:bulletEnabled val="1"/>
        </dgm:presLayoutVars>
      </dgm:prSet>
      <dgm:spPr/>
    </dgm:pt>
    <dgm:pt modelId="{7BB7B312-9BD0-4412-83B4-74F1B8BF6FB6}" type="pres">
      <dgm:prSet presAssocID="{D4E14CB3-1C5E-4F0B-B192-352FE6A72F4D}" presName="sibTrans" presStyleCnt="0"/>
      <dgm:spPr/>
    </dgm:pt>
    <dgm:pt modelId="{4B9B127F-CFF5-4406-BA22-D02A0F53C09A}" type="pres">
      <dgm:prSet presAssocID="{9C5359D4-2E25-4EA2-AAA7-0DE8DF8869F7}" presName="node" presStyleLbl="node1" presStyleIdx="9" presStyleCnt="20" custLinFactNeighborX="126" custLinFactNeighborY="555">
        <dgm:presLayoutVars>
          <dgm:bulletEnabled val="1"/>
        </dgm:presLayoutVars>
      </dgm:prSet>
      <dgm:spPr/>
    </dgm:pt>
    <dgm:pt modelId="{6CF6A037-1732-4E68-83F5-9599B9E3EF07}" type="pres">
      <dgm:prSet presAssocID="{3DB1528C-C0B4-4A04-9C45-9D7F472F7542}" presName="sibTrans" presStyleCnt="0"/>
      <dgm:spPr/>
    </dgm:pt>
    <dgm:pt modelId="{835C0623-BD02-4BF4-B61C-C835F137C11D}" type="pres">
      <dgm:prSet presAssocID="{E37BBF8C-DFB6-4083-944D-7BE778DF7D8D}" presName="node" presStyleLbl="node1" presStyleIdx="10" presStyleCnt="20" custLinFactNeighborX="126" custLinFactNeighborY="555">
        <dgm:presLayoutVars>
          <dgm:bulletEnabled val="1"/>
        </dgm:presLayoutVars>
      </dgm:prSet>
      <dgm:spPr/>
    </dgm:pt>
    <dgm:pt modelId="{FE3F57CC-908E-405C-AEBB-213A001EA937}" type="pres">
      <dgm:prSet presAssocID="{FC9E173F-6748-40C0-8851-8AEE98C4D501}" presName="sibTrans" presStyleCnt="0"/>
      <dgm:spPr/>
    </dgm:pt>
    <dgm:pt modelId="{74DA87E7-209B-4E8B-9D3E-7485F78B7F50}" type="pres">
      <dgm:prSet presAssocID="{063F1FB0-ACC1-414D-AEAA-0690D70906DF}" presName="node" presStyleLbl="node1" presStyleIdx="11" presStyleCnt="20" custLinFactNeighborX="126" custLinFactNeighborY="711">
        <dgm:presLayoutVars>
          <dgm:bulletEnabled val="1"/>
        </dgm:presLayoutVars>
      </dgm:prSet>
      <dgm:spPr/>
    </dgm:pt>
    <dgm:pt modelId="{2BAF239C-F888-410A-B81A-D465354BF95A}" type="pres">
      <dgm:prSet presAssocID="{315AD541-DCC8-41F4-99C1-5D2D210EEB7C}" presName="sibTrans" presStyleCnt="0"/>
      <dgm:spPr/>
    </dgm:pt>
    <dgm:pt modelId="{35E3BA14-2C65-49FE-B40A-0FCAD37E87AB}" type="pres">
      <dgm:prSet presAssocID="{86BC5293-1EB4-48C1-A149-00A809A7A10D}" presName="node" presStyleLbl="node1" presStyleIdx="12" presStyleCnt="20">
        <dgm:presLayoutVars>
          <dgm:bulletEnabled val="1"/>
        </dgm:presLayoutVars>
      </dgm:prSet>
      <dgm:spPr/>
    </dgm:pt>
    <dgm:pt modelId="{7C983731-3628-4FE5-B755-A753126CDAC7}" type="pres">
      <dgm:prSet presAssocID="{CDFBAE8B-B05F-4E2C-962A-98CBB636A949}" presName="sibTrans" presStyleCnt="0"/>
      <dgm:spPr/>
    </dgm:pt>
    <dgm:pt modelId="{17A28D90-E4D1-4ECC-8143-0C0704B7961F}" type="pres">
      <dgm:prSet presAssocID="{AA9CA203-0748-4CAF-A73D-DBFB79E2B952}" presName="node" presStyleLbl="node1" presStyleIdx="13" presStyleCnt="20">
        <dgm:presLayoutVars>
          <dgm:bulletEnabled val="1"/>
        </dgm:presLayoutVars>
      </dgm:prSet>
      <dgm:spPr/>
    </dgm:pt>
    <dgm:pt modelId="{D38E4DA2-DF1C-4F73-9932-FED2FC0B013F}" type="pres">
      <dgm:prSet presAssocID="{68F75E71-2640-4F30-8D02-08BD774E73A6}" presName="sibTrans" presStyleCnt="0"/>
      <dgm:spPr/>
    </dgm:pt>
    <dgm:pt modelId="{3F65F630-7CB3-4CF7-9509-504C7A96393D}" type="pres">
      <dgm:prSet presAssocID="{7E28E690-0ED6-4654-BA89-42CB3B9A78CF}" presName="node" presStyleLbl="node1" presStyleIdx="14" presStyleCnt="20">
        <dgm:presLayoutVars>
          <dgm:bulletEnabled val="1"/>
        </dgm:presLayoutVars>
      </dgm:prSet>
      <dgm:spPr/>
    </dgm:pt>
    <dgm:pt modelId="{834122F0-41C2-4A31-BD20-7A043A3ABA5B}" type="pres">
      <dgm:prSet presAssocID="{FE4AB73E-E7ED-4450-B079-438E7764DA99}" presName="sibTrans" presStyleCnt="0"/>
      <dgm:spPr/>
    </dgm:pt>
    <dgm:pt modelId="{A70B08F2-02F5-4550-AD8C-900954652CD8}" type="pres">
      <dgm:prSet presAssocID="{F66E3FFE-7D35-43B8-A33F-45A5DCB74B12}" presName="node" presStyleLbl="node1" presStyleIdx="15" presStyleCnt="20">
        <dgm:presLayoutVars>
          <dgm:bulletEnabled val="1"/>
        </dgm:presLayoutVars>
      </dgm:prSet>
      <dgm:spPr/>
    </dgm:pt>
    <dgm:pt modelId="{586AE77C-41ED-4422-87BB-8A8DABD10D02}" type="pres">
      <dgm:prSet presAssocID="{F3251D8A-1437-4092-82B5-72CB4D7817DF}" presName="sibTrans" presStyleCnt="0"/>
      <dgm:spPr/>
    </dgm:pt>
    <dgm:pt modelId="{74E2B09F-F30D-44D2-A8DD-947319CE6311}" type="pres">
      <dgm:prSet presAssocID="{992BD5ED-9D17-4AB4-A870-4340207FE4B0}" presName="node" presStyleLbl="node1" presStyleIdx="16" presStyleCnt="20">
        <dgm:presLayoutVars>
          <dgm:bulletEnabled val="1"/>
        </dgm:presLayoutVars>
      </dgm:prSet>
      <dgm:spPr/>
    </dgm:pt>
    <dgm:pt modelId="{3CF9C7E9-C25A-487A-9BFD-04CDFE84019E}" type="pres">
      <dgm:prSet presAssocID="{92EBE2C4-863B-43E9-8D4B-F9ECE34B0274}" presName="sibTrans" presStyleCnt="0"/>
      <dgm:spPr/>
    </dgm:pt>
    <dgm:pt modelId="{22A3890F-45C5-466D-AF81-CB07E62F974C}" type="pres">
      <dgm:prSet presAssocID="{7788ED4F-C63D-41AD-9809-DF24B730CE49}" presName="node" presStyleLbl="node1" presStyleIdx="17" presStyleCnt="20">
        <dgm:presLayoutVars>
          <dgm:bulletEnabled val="1"/>
        </dgm:presLayoutVars>
      </dgm:prSet>
      <dgm:spPr/>
    </dgm:pt>
    <dgm:pt modelId="{A5DE47CA-580E-4FA4-96F3-0B1661BA7364}" type="pres">
      <dgm:prSet presAssocID="{153812B1-D7A3-42C6-BBFB-206B9867E114}" presName="sibTrans" presStyleCnt="0"/>
      <dgm:spPr/>
    </dgm:pt>
    <dgm:pt modelId="{5E74EA7A-B3F9-416E-8EC3-3F371C897BE7}" type="pres">
      <dgm:prSet presAssocID="{4876BFFD-D441-43DA-96AC-EE15E54E22AB}" presName="node" presStyleLbl="node1" presStyleIdx="18" presStyleCnt="20">
        <dgm:presLayoutVars>
          <dgm:bulletEnabled val="1"/>
        </dgm:presLayoutVars>
      </dgm:prSet>
      <dgm:spPr/>
    </dgm:pt>
    <dgm:pt modelId="{E13D9814-6F2E-4210-997E-D75891F18D0F}" type="pres">
      <dgm:prSet presAssocID="{1D8591F4-550C-4CFD-AE63-5DD81F10DDEA}" presName="sibTrans" presStyleCnt="0"/>
      <dgm:spPr/>
    </dgm:pt>
    <dgm:pt modelId="{BD3E6B38-A573-4392-9F41-BB564C605B77}" type="pres">
      <dgm:prSet presAssocID="{400D242E-25B7-4D4E-8FE2-7A0C17690769}" presName="node" presStyleLbl="node1" presStyleIdx="19" presStyleCnt="20">
        <dgm:presLayoutVars>
          <dgm:bulletEnabled val="1"/>
        </dgm:presLayoutVars>
      </dgm:prSet>
      <dgm:spPr/>
    </dgm:pt>
  </dgm:ptLst>
  <dgm:cxnLst>
    <dgm:cxn modelId="{F093D400-C210-42BC-954F-E1F7F9C522FC}" type="presOf" srcId="{400D242E-25B7-4D4E-8FE2-7A0C17690769}" destId="{BD3E6B38-A573-4392-9F41-BB564C605B77}" srcOrd="0" destOrd="0" presId="urn:microsoft.com/office/officeart/2005/8/layout/default"/>
    <dgm:cxn modelId="{00D89006-65A8-4E16-8ED0-8CADDE8F81A1}" type="presOf" srcId="{42C4AD42-E1FA-499B-B93B-BDA9B7735E79}" destId="{293205E4-ED4C-4E56-861C-0A140C1E0AF4}" srcOrd="0" destOrd="0" presId="urn:microsoft.com/office/officeart/2005/8/layout/default"/>
    <dgm:cxn modelId="{09B99507-5995-4651-8D66-E9CFAD703E56}" srcId="{CF6407D0-9BE1-466D-BE76-BF4E5FC56E51}" destId="{72C592D0-8C8D-4962-8476-CA224C6D21A1}" srcOrd="5" destOrd="0" parTransId="{7C0A4F65-1870-459D-B31B-A33F59E43CAE}" sibTransId="{2F05F75C-B665-4D43-AF2D-5C4A2FA28824}"/>
    <dgm:cxn modelId="{90264608-EE9F-4900-B39A-4EE64A335801}" srcId="{CF6407D0-9BE1-466D-BE76-BF4E5FC56E51}" destId="{D532DB6D-7E29-4D33-A542-DD4D372BF703}" srcOrd="7" destOrd="0" parTransId="{51463355-5E4B-4D89-B03A-EC3FCBD2CB1D}" sibTransId="{07602028-925E-41C7-BD9B-3F9F0A378B36}"/>
    <dgm:cxn modelId="{AC0ACA11-1885-4189-BD85-E6E0AC6ED39D}" srcId="{CF6407D0-9BE1-466D-BE76-BF4E5FC56E51}" destId="{49D33962-73E0-415E-BF8D-BF82B4B32D79}" srcOrd="3" destOrd="0" parTransId="{36ECE676-DCE3-4C2B-B9FD-1442DFBA400A}" sibTransId="{40308F78-319B-4F14-BE7F-9549ABB121B0}"/>
    <dgm:cxn modelId="{BBB53616-6A56-4373-B946-A29E838A46CE}" srcId="{CF6407D0-9BE1-466D-BE76-BF4E5FC56E51}" destId="{A58C420D-5657-4D5F-825C-C910E7460EE6}" srcOrd="1" destOrd="0" parTransId="{2B893130-6FF0-40CA-9415-794CD96488CB}" sibTransId="{B05158ED-93F0-41C6-BEF8-600CCEB7855B}"/>
    <dgm:cxn modelId="{EABC2717-2267-40F2-9841-E958176B9AEE}" srcId="{CF6407D0-9BE1-466D-BE76-BF4E5FC56E51}" destId="{400D242E-25B7-4D4E-8FE2-7A0C17690769}" srcOrd="19" destOrd="0" parTransId="{E4513362-494F-47FF-B711-124D9D287122}" sibTransId="{FC8BC26E-8942-4112-806C-8A180B371EED}"/>
    <dgm:cxn modelId="{1517D817-F9BD-454A-808D-42415170B352}" type="presOf" srcId="{822AB406-7725-480C-A57F-C7AF7C53E3AC}" destId="{0AA325F0-3EF8-4AA6-80F3-B14009D5F1AF}" srcOrd="0" destOrd="0" presId="urn:microsoft.com/office/officeart/2005/8/layout/default"/>
    <dgm:cxn modelId="{0C38581B-BB3F-4DD0-B5EF-1656F30A0FDE}" type="presOf" srcId="{E37BBF8C-DFB6-4083-944D-7BE778DF7D8D}" destId="{835C0623-BD02-4BF4-B61C-C835F137C11D}" srcOrd="0" destOrd="0" presId="urn:microsoft.com/office/officeart/2005/8/layout/default"/>
    <dgm:cxn modelId="{4AA6A61E-1005-43F5-853D-91AEAD37703F}" type="presOf" srcId="{AA9CA203-0748-4CAF-A73D-DBFB79E2B952}" destId="{17A28D90-E4D1-4ECC-8143-0C0704B7961F}" srcOrd="0" destOrd="0" presId="urn:microsoft.com/office/officeart/2005/8/layout/default"/>
    <dgm:cxn modelId="{36857F27-1E09-445E-BFB4-E5D7E241B088}" srcId="{CF6407D0-9BE1-466D-BE76-BF4E5FC56E51}" destId="{992BD5ED-9D17-4AB4-A870-4340207FE4B0}" srcOrd="16" destOrd="0" parTransId="{565CE8D6-2F43-46D7-B27A-8398B7E17DE8}" sibTransId="{92EBE2C4-863B-43E9-8D4B-F9ECE34B0274}"/>
    <dgm:cxn modelId="{6FAA2F30-1994-4BC5-A88A-8D4BB808A4E0}" type="presOf" srcId="{72C592D0-8C8D-4962-8476-CA224C6D21A1}" destId="{2C92BB63-245D-42F9-A000-89AC71100778}" srcOrd="0" destOrd="0" presId="urn:microsoft.com/office/officeart/2005/8/layout/default"/>
    <dgm:cxn modelId="{0EF1BF3D-85D5-4472-9A97-72D1E2A9D6C2}" type="presOf" srcId="{9C5359D4-2E25-4EA2-AAA7-0DE8DF8869F7}" destId="{4B9B127F-CFF5-4406-BA22-D02A0F53C09A}" srcOrd="0" destOrd="0" presId="urn:microsoft.com/office/officeart/2005/8/layout/default"/>
    <dgm:cxn modelId="{8069A640-8FED-4970-B612-54067B841AE9}" type="presOf" srcId="{D0886E8A-E212-41A0-8F72-F9DBBD2DBC69}" destId="{5B8E0D40-2AA5-45B6-80B2-3B70CDB226B1}" srcOrd="0" destOrd="0" presId="urn:microsoft.com/office/officeart/2005/8/layout/default"/>
    <dgm:cxn modelId="{3915A95D-A5A6-4D62-A490-FF8CF8071E10}" type="presOf" srcId="{A58C420D-5657-4D5F-825C-C910E7460EE6}" destId="{B0C911F0-8261-43AB-9A3B-B16F9123EC10}" srcOrd="0" destOrd="0" presId="urn:microsoft.com/office/officeart/2005/8/layout/default"/>
    <dgm:cxn modelId="{F6FE6461-8311-41B8-9663-7E9E52A4803E}" type="presOf" srcId="{7908F934-5DCC-43F9-9E4C-7BCF5F185431}" destId="{2129DD9D-8862-4138-8A5F-D3637EE581DA}" srcOrd="0" destOrd="0" presId="urn:microsoft.com/office/officeart/2005/8/layout/default"/>
    <dgm:cxn modelId="{CF9ADF43-CAA3-46BD-855D-C6501F804136}" srcId="{CF6407D0-9BE1-466D-BE76-BF4E5FC56E51}" destId="{21890283-99EC-4984-84B8-1AB97AE51B41}" srcOrd="4" destOrd="0" parTransId="{EBFEDDAD-9559-4571-8BA5-8C6FD50501BB}" sibTransId="{FFCC838B-C16C-4BF7-98F6-CB6749E8435D}"/>
    <dgm:cxn modelId="{96102065-EB03-4EA3-8098-4CD046441393}" srcId="{CF6407D0-9BE1-466D-BE76-BF4E5FC56E51}" destId="{86BC5293-1EB4-48C1-A149-00A809A7A10D}" srcOrd="12" destOrd="0" parTransId="{D6E3CC2B-D54C-49CC-A421-6474EAA38E15}" sibTransId="{CDFBAE8B-B05F-4E2C-962A-98CBB636A949}"/>
    <dgm:cxn modelId="{04B8B947-1909-4CDC-A4CF-4163B60CA7C0}" type="presOf" srcId="{21890283-99EC-4984-84B8-1AB97AE51B41}" destId="{13C4026B-BA14-4F26-ABB2-EE98F06824B9}" srcOrd="0" destOrd="0" presId="urn:microsoft.com/office/officeart/2005/8/layout/default"/>
    <dgm:cxn modelId="{D0C01C4E-ED33-495C-92A0-F4E3EE36C756}" srcId="{CF6407D0-9BE1-466D-BE76-BF4E5FC56E51}" destId="{7E28E690-0ED6-4654-BA89-42CB3B9A78CF}" srcOrd="14" destOrd="0" parTransId="{76EFFF5E-8D34-4B23-B3EB-F2222F40318B}" sibTransId="{FE4AB73E-E7ED-4450-B079-438E7764DA99}"/>
    <dgm:cxn modelId="{AC2F3D6E-BCA1-4806-83F9-49CBFFBF630A}" srcId="{CF6407D0-9BE1-466D-BE76-BF4E5FC56E51}" destId="{42C4AD42-E1FA-499B-B93B-BDA9B7735E79}" srcOrd="6" destOrd="0" parTransId="{5387881B-D220-4AD9-88DC-618BE7156504}" sibTransId="{594D0D41-2574-4182-A215-12CE85BDA12B}"/>
    <dgm:cxn modelId="{B80FE550-8FC7-439B-B076-731D8F0B472A}" srcId="{CF6407D0-9BE1-466D-BE76-BF4E5FC56E51}" destId="{4876BFFD-D441-43DA-96AC-EE15E54E22AB}" srcOrd="18" destOrd="0" parTransId="{9FEB1381-A52A-4BBF-B050-8C9DD71BFD10}" sibTransId="{1D8591F4-550C-4CFD-AE63-5DD81F10DDEA}"/>
    <dgm:cxn modelId="{65B5AF53-4B1C-467E-A95A-9686D17BFA9B}" srcId="{CF6407D0-9BE1-466D-BE76-BF4E5FC56E51}" destId="{9C5359D4-2E25-4EA2-AAA7-0DE8DF8869F7}" srcOrd="9" destOrd="0" parTransId="{82345DA5-6937-41EC-888D-6508CC2AEC7E}" sibTransId="{3DB1528C-C0B4-4A04-9C45-9D7F472F7542}"/>
    <dgm:cxn modelId="{A00C0776-76C7-42DE-9908-3981085AE451}" srcId="{CF6407D0-9BE1-466D-BE76-BF4E5FC56E51}" destId="{063F1FB0-ACC1-414D-AEAA-0690D70906DF}" srcOrd="11" destOrd="0" parTransId="{C70B28B6-AFF0-4DCA-80A2-2DDA25E19AA9}" sibTransId="{315AD541-DCC8-41F4-99C1-5D2D210EEB7C}"/>
    <dgm:cxn modelId="{A568C258-A79A-4392-9AFF-CEEAAC33DD49}" type="presOf" srcId="{7E28E690-0ED6-4654-BA89-42CB3B9A78CF}" destId="{3F65F630-7CB3-4CF7-9509-504C7A96393D}" srcOrd="0" destOrd="0" presId="urn:microsoft.com/office/officeart/2005/8/layout/default"/>
    <dgm:cxn modelId="{FD0E817D-0A1C-4818-948C-0E27C89AA8AD}" type="presOf" srcId="{063F1FB0-ACC1-414D-AEAA-0690D70906DF}" destId="{74DA87E7-209B-4E8B-9D3E-7485F78B7F50}" srcOrd="0" destOrd="0" presId="urn:microsoft.com/office/officeart/2005/8/layout/default"/>
    <dgm:cxn modelId="{F8BF578B-41EB-4C36-8982-E5150AFFF126}" srcId="{CF6407D0-9BE1-466D-BE76-BF4E5FC56E51}" destId="{E37BBF8C-DFB6-4083-944D-7BE778DF7D8D}" srcOrd="10" destOrd="0" parTransId="{6718B881-AE37-463F-8294-45D65984C49D}" sibTransId="{FC9E173F-6748-40C0-8851-8AEE98C4D501}"/>
    <dgm:cxn modelId="{A9F3C28B-467B-42A1-9BBF-594BB2E04C85}" srcId="{CF6407D0-9BE1-466D-BE76-BF4E5FC56E51}" destId="{AA9CA203-0748-4CAF-A73D-DBFB79E2B952}" srcOrd="13" destOrd="0" parTransId="{932DBD9B-5494-49A7-89B6-66C903E13444}" sibTransId="{68F75E71-2640-4F30-8D02-08BD774E73A6}"/>
    <dgm:cxn modelId="{B21C988E-659F-492F-8A76-7FA6729BFE3F}" type="presOf" srcId="{F66E3FFE-7D35-43B8-A33F-45A5DCB74B12}" destId="{A70B08F2-02F5-4550-AD8C-900954652CD8}" srcOrd="0" destOrd="0" presId="urn:microsoft.com/office/officeart/2005/8/layout/default"/>
    <dgm:cxn modelId="{B522D591-0761-496C-AFA6-B8A8A08FF643}" type="presOf" srcId="{7788ED4F-C63D-41AD-9809-DF24B730CE49}" destId="{22A3890F-45C5-466D-AF81-CB07E62F974C}" srcOrd="0" destOrd="0" presId="urn:microsoft.com/office/officeart/2005/8/layout/default"/>
    <dgm:cxn modelId="{B02F4D94-A158-4941-9DC8-5F39B8C7DDDB}" type="presOf" srcId="{49D33962-73E0-415E-BF8D-BF82B4B32D79}" destId="{89DEE86E-9D50-47F8-A65E-26D5AD0FA217}" srcOrd="0" destOrd="0" presId="urn:microsoft.com/office/officeart/2005/8/layout/default"/>
    <dgm:cxn modelId="{B5740596-022B-4C93-B149-675620E4AB72}" srcId="{CF6407D0-9BE1-466D-BE76-BF4E5FC56E51}" destId="{822AB406-7725-480C-A57F-C7AF7C53E3AC}" srcOrd="0" destOrd="0" parTransId="{93233E5C-5833-4F70-883C-BE968C4379CF}" sibTransId="{7ACC96BA-48F2-474A-800E-34B795CDB2C2}"/>
    <dgm:cxn modelId="{9F766C9B-2D7A-41B2-A7B6-8F7BCD01B1D4}" type="presOf" srcId="{992BD5ED-9D17-4AB4-A870-4340207FE4B0}" destId="{74E2B09F-F30D-44D2-A8DD-947319CE6311}" srcOrd="0" destOrd="0" presId="urn:microsoft.com/office/officeart/2005/8/layout/default"/>
    <dgm:cxn modelId="{9E5CEEAC-4679-43F5-8728-3E3D47ADD8CE}" srcId="{CF6407D0-9BE1-466D-BE76-BF4E5FC56E51}" destId="{7908F934-5DCC-43F9-9E4C-7BCF5F185431}" srcOrd="2" destOrd="0" parTransId="{7554F20F-CA26-4929-BBE7-F50259CFDAF3}" sibTransId="{900A704F-104D-4DB9-BA15-5BD26ACEEEC9}"/>
    <dgm:cxn modelId="{4EF22BAF-7E6D-403A-902F-70813DB597A6}" srcId="{CF6407D0-9BE1-466D-BE76-BF4E5FC56E51}" destId="{F66E3FFE-7D35-43B8-A33F-45A5DCB74B12}" srcOrd="15" destOrd="0" parTransId="{EAA4B348-F9EA-4822-AA80-39D8FDB62FC4}" sibTransId="{F3251D8A-1437-4092-82B5-72CB4D7817DF}"/>
    <dgm:cxn modelId="{2D1D1DC2-2E38-4EF0-9C56-116A85C7FE4B}" srcId="{CF6407D0-9BE1-466D-BE76-BF4E5FC56E51}" destId="{7788ED4F-C63D-41AD-9809-DF24B730CE49}" srcOrd="17" destOrd="0" parTransId="{9188D766-CA5E-40EE-8B72-02013A5F394E}" sibTransId="{153812B1-D7A3-42C6-BBFB-206B9867E114}"/>
    <dgm:cxn modelId="{652EDBC4-242E-4987-BFC4-26E51DC2FD2A}" type="presOf" srcId="{CF6407D0-9BE1-466D-BE76-BF4E5FC56E51}" destId="{4639B4EC-5733-4C47-B64F-D03D3F15066A}" srcOrd="0" destOrd="0" presId="urn:microsoft.com/office/officeart/2005/8/layout/default"/>
    <dgm:cxn modelId="{713F16C5-30E2-4A1B-B670-A97B2668093B}" type="presOf" srcId="{D532DB6D-7E29-4D33-A542-DD4D372BF703}" destId="{51E92566-E134-4EB7-AA20-2EB9B8248DEA}" srcOrd="0" destOrd="0" presId="urn:microsoft.com/office/officeart/2005/8/layout/default"/>
    <dgm:cxn modelId="{4106AFC9-3E21-41C3-B2F6-EC357C4C1B88}" type="presOf" srcId="{4876BFFD-D441-43DA-96AC-EE15E54E22AB}" destId="{5E74EA7A-B3F9-416E-8EC3-3F371C897BE7}" srcOrd="0" destOrd="0" presId="urn:microsoft.com/office/officeart/2005/8/layout/default"/>
    <dgm:cxn modelId="{18D258DD-F147-4C95-A00B-357170E7B3FD}" srcId="{CF6407D0-9BE1-466D-BE76-BF4E5FC56E51}" destId="{D0886E8A-E212-41A0-8F72-F9DBBD2DBC69}" srcOrd="8" destOrd="0" parTransId="{3DADB4F0-5083-4C70-BD26-1ADD63958726}" sibTransId="{D4E14CB3-1C5E-4F0B-B192-352FE6A72F4D}"/>
    <dgm:cxn modelId="{6AAF10DE-213B-40FB-B06F-0AD44541BE7C}" type="presOf" srcId="{86BC5293-1EB4-48C1-A149-00A809A7A10D}" destId="{35E3BA14-2C65-49FE-B40A-0FCAD37E87AB}" srcOrd="0" destOrd="0" presId="urn:microsoft.com/office/officeart/2005/8/layout/default"/>
    <dgm:cxn modelId="{210175E8-1429-4DB9-B962-CD5D26E1CE41}" type="presParOf" srcId="{4639B4EC-5733-4C47-B64F-D03D3F15066A}" destId="{0AA325F0-3EF8-4AA6-80F3-B14009D5F1AF}" srcOrd="0" destOrd="0" presId="urn:microsoft.com/office/officeart/2005/8/layout/default"/>
    <dgm:cxn modelId="{47D46189-CA24-46EA-BA2F-310E28780B75}" type="presParOf" srcId="{4639B4EC-5733-4C47-B64F-D03D3F15066A}" destId="{27E8A143-ED1F-49E6-B78B-BDCB4841A62E}" srcOrd="1" destOrd="0" presId="urn:microsoft.com/office/officeart/2005/8/layout/default"/>
    <dgm:cxn modelId="{844738F6-6543-4055-B6B1-1C001CD836CA}" type="presParOf" srcId="{4639B4EC-5733-4C47-B64F-D03D3F15066A}" destId="{B0C911F0-8261-43AB-9A3B-B16F9123EC10}" srcOrd="2" destOrd="0" presId="urn:microsoft.com/office/officeart/2005/8/layout/default"/>
    <dgm:cxn modelId="{1EE17034-70A2-4C88-A597-D83DF5B61E80}" type="presParOf" srcId="{4639B4EC-5733-4C47-B64F-D03D3F15066A}" destId="{720CEF57-84D9-4B39-9739-ECDB43BB6FE6}" srcOrd="3" destOrd="0" presId="urn:microsoft.com/office/officeart/2005/8/layout/default"/>
    <dgm:cxn modelId="{060BFE07-03A0-4430-A79A-4DCEF011E4CB}" type="presParOf" srcId="{4639B4EC-5733-4C47-B64F-D03D3F15066A}" destId="{2129DD9D-8862-4138-8A5F-D3637EE581DA}" srcOrd="4" destOrd="0" presId="urn:microsoft.com/office/officeart/2005/8/layout/default"/>
    <dgm:cxn modelId="{4C0740CE-BBAD-4DB3-9112-F1AF19E164A8}" type="presParOf" srcId="{4639B4EC-5733-4C47-B64F-D03D3F15066A}" destId="{0E30E93C-F253-4893-8A41-1387CE4D96D3}" srcOrd="5" destOrd="0" presId="urn:microsoft.com/office/officeart/2005/8/layout/default"/>
    <dgm:cxn modelId="{74750351-9F0F-4C1F-BB73-DBCF08C06950}" type="presParOf" srcId="{4639B4EC-5733-4C47-B64F-D03D3F15066A}" destId="{89DEE86E-9D50-47F8-A65E-26D5AD0FA217}" srcOrd="6" destOrd="0" presId="urn:microsoft.com/office/officeart/2005/8/layout/default"/>
    <dgm:cxn modelId="{25F19723-48D9-4C1C-BE08-89F294AE7395}" type="presParOf" srcId="{4639B4EC-5733-4C47-B64F-D03D3F15066A}" destId="{5C878123-91B8-4E8B-B31C-C3BA581EC6A7}" srcOrd="7" destOrd="0" presId="urn:microsoft.com/office/officeart/2005/8/layout/default"/>
    <dgm:cxn modelId="{9C7EEFF9-70FC-4745-B7F1-31C4F578D658}" type="presParOf" srcId="{4639B4EC-5733-4C47-B64F-D03D3F15066A}" destId="{13C4026B-BA14-4F26-ABB2-EE98F06824B9}" srcOrd="8" destOrd="0" presId="urn:microsoft.com/office/officeart/2005/8/layout/default"/>
    <dgm:cxn modelId="{94352BEB-0A86-4A9E-A241-A781D2818AFB}" type="presParOf" srcId="{4639B4EC-5733-4C47-B64F-D03D3F15066A}" destId="{C3631EC6-4E28-42AA-AEA5-A5859BB8C8C8}" srcOrd="9" destOrd="0" presId="urn:microsoft.com/office/officeart/2005/8/layout/default"/>
    <dgm:cxn modelId="{E00AF3FC-D887-4A41-AB43-ABCE94249DE1}" type="presParOf" srcId="{4639B4EC-5733-4C47-B64F-D03D3F15066A}" destId="{2C92BB63-245D-42F9-A000-89AC71100778}" srcOrd="10" destOrd="0" presId="urn:microsoft.com/office/officeart/2005/8/layout/default"/>
    <dgm:cxn modelId="{AA91A24D-413C-43E7-9382-D9F23519208F}" type="presParOf" srcId="{4639B4EC-5733-4C47-B64F-D03D3F15066A}" destId="{6736F453-798C-47C1-8408-37DA94670D75}" srcOrd="11" destOrd="0" presId="urn:microsoft.com/office/officeart/2005/8/layout/default"/>
    <dgm:cxn modelId="{5A1721A8-FCB3-4940-B767-0A5EDA57A046}" type="presParOf" srcId="{4639B4EC-5733-4C47-B64F-D03D3F15066A}" destId="{293205E4-ED4C-4E56-861C-0A140C1E0AF4}" srcOrd="12" destOrd="0" presId="urn:microsoft.com/office/officeart/2005/8/layout/default"/>
    <dgm:cxn modelId="{A8507BB8-0273-47E1-BD2D-EF47193BDC52}" type="presParOf" srcId="{4639B4EC-5733-4C47-B64F-D03D3F15066A}" destId="{EBF87AF5-F001-46D6-A2A2-C0B4ED6EB611}" srcOrd="13" destOrd="0" presId="urn:microsoft.com/office/officeart/2005/8/layout/default"/>
    <dgm:cxn modelId="{293233F4-3FEF-4087-A0C8-9161152D68F6}" type="presParOf" srcId="{4639B4EC-5733-4C47-B64F-D03D3F15066A}" destId="{51E92566-E134-4EB7-AA20-2EB9B8248DEA}" srcOrd="14" destOrd="0" presId="urn:microsoft.com/office/officeart/2005/8/layout/default"/>
    <dgm:cxn modelId="{B170BCCB-AF36-4208-9DC1-C41EA4A1A002}" type="presParOf" srcId="{4639B4EC-5733-4C47-B64F-D03D3F15066A}" destId="{5DA0FBC8-2A04-4299-A9EC-AB57F6961027}" srcOrd="15" destOrd="0" presId="urn:microsoft.com/office/officeart/2005/8/layout/default"/>
    <dgm:cxn modelId="{8E4E9706-F3A4-4844-936A-EDCC215716E1}" type="presParOf" srcId="{4639B4EC-5733-4C47-B64F-D03D3F15066A}" destId="{5B8E0D40-2AA5-45B6-80B2-3B70CDB226B1}" srcOrd="16" destOrd="0" presId="urn:microsoft.com/office/officeart/2005/8/layout/default"/>
    <dgm:cxn modelId="{47283735-AE29-4D6A-BF7A-A7E346EF83E4}" type="presParOf" srcId="{4639B4EC-5733-4C47-B64F-D03D3F15066A}" destId="{7BB7B312-9BD0-4412-83B4-74F1B8BF6FB6}" srcOrd="17" destOrd="0" presId="urn:microsoft.com/office/officeart/2005/8/layout/default"/>
    <dgm:cxn modelId="{2A6CF464-E93E-4C72-BF85-DAD21C8BDCE4}" type="presParOf" srcId="{4639B4EC-5733-4C47-B64F-D03D3F15066A}" destId="{4B9B127F-CFF5-4406-BA22-D02A0F53C09A}" srcOrd="18" destOrd="0" presId="urn:microsoft.com/office/officeart/2005/8/layout/default"/>
    <dgm:cxn modelId="{BEAA29A6-1122-4C06-8909-53903BDDE454}" type="presParOf" srcId="{4639B4EC-5733-4C47-B64F-D03D3F15066A}" destId="{6CF6A037-1732-4E68-83F5-9599B9E3EF07}" srcOrd="19" destOrd="0" presId="urn:microsoft.com/office/officeart/2005/8/layout/default"/>
    <dgm:cxn modelId="{C9F8A89B-B805-4787-AB3A-A1A95EA3B9CB}" type="presParOf" srcId="{4639B4EC-5733-4C47-B64F-D03D3F15066A}" destId="{835C0623-BD02-4BF4-B61C-C835F137C11D}" srcOrd="20" destOrd="0" presId="urn:microsoft.com/office/officeart/2005/8/layout/default"/>
    <dgm:cxn modelId="{16F910C8-3722-4158-87EB-AA259D007490}" type="presParOf" srcId="{4639B4EC-5733-4C47-B64F-D03D3F15066A}" destId="{FE3F57CC-908E-405C-AEBB-213A001EA937}" srcOrd="21" destOrd="0" presId="urn:microsoft.com/office/officeart/2005/8/layout/default"/>
    <dgm:cxn modelId="{2BD326FB-25D8-42B6-9768-AAD6E5E40458}" type="presParOf" srcId="{4639B4EC-5733-4C47-B64F-D03D3F15066A}" destId="{74DA87E7-209B-4E8B-9D3E-7485F78B7F50}" srcOrd="22" destOrd="0" presId="urn:microsoft.com/office/officeart/2005/8/layout/default"/>
    <dgm:cxn modelId="{78EF7270-BDEF-4406-81EA-A816EFFF5FA8}" type="presParOf" srcId="{4639B4EC-5733-4C47-B64F-D03D3F15066A}" destId="{2BAF239C-F888-410A-B81A-D465354BF95A}" srcOrd="23" destOrd="0" presId="urn:microsoft.com/office/officeart/2005/8/layout/default"/>
    <dgm:cxn modelId="{E4BB120C-BF97-4F7C-B5C4-DE1FA162EC00}" type="presParOf" srcId="{4639B4EC-5733-4C47-B64F-D03D3F15066A}" destId="{35E3BA14-2C65-49FE-B40A-0FCAD37E87AB}" srcOrd="24" destOrd="0" presId="urn:microsoft.com/office/officeart/2005/8/layout/default"/>
    <dgm:cxn modelId="{6474AE53-603F-46CA-8311-676A361EB9F1}" type="presParOf" srcId="{4639B4EC-5733-4C47-B64F-D03D3F15066A}" destId="{7C983731-3628-4FE5-B755-A753126CDAC7}" srcOrd="25" destOrd="0" presId="urn:microsoft.com/office/officeart/2005/8/layout/default"/>
    <dgm:cxn modelId="{D5FD9FD3-1612-476E-8D89-5CF886095D96}" type="presParOf" srcId="{4639B4EC-5733-4C47-B64F-D03D3F15066A}" destId="{17A28D90-E4D1-4ECC-8143-0C0704B7961F}" srcOrd="26" destOrd="0" presId="urn:microsoft.com/office/officeart/2005/8/layout/default"/>
    <dgm:cxn modelId="{A46F9998-AE3F-483F-BFE4-4596E3AE17AC}" type="presParOf" srcId="{4639B4EC-5733-4C47-B64F-D03D3F15066A}" destId="{D38E4DA2-DF1C-4F73-9932-FED2FC0B013F}" srcOrd="27" destOrd="0" presId="urn:microsoft.com/office/officeart/2005/8/layout/default"/>
    <dgm:cxn modelId="{30497D53-6E30-45BD-BA33-320051620233}" type="presParOf" srcId="{4639B4EC-5733-4C47-B64F-D03D3F15066A}" destId="{3F65F630-7CB3-4CF7-9509-504C7A96393D}" srcOrd="28" destOrd="0" presId="urn:microsoft.com/office/officeart/2005/8/layout/default"/>
    <dgm:cxn modelId="{3D9A2782-AEF4-488F-9145-D180DB49F268}" type="presParOf" srcId="{4639B4EC-5733-4C47-B64F-D03D3F15066A}" destId="{834122F0-41C2-4A31-BD20-7A043A3ABA5B}" srcOrd="29" destOrd="0" presId="urn:microsoft.com/office/officeart/2005/8/layout/default"/>
    <dgm:cxn modelId="{297C3C06-9C60-4C0D-9D6E-AA93F8AE2E70}" type="presParOf" srcId="{4639B4EC-5733-4C47-B64F-D03D3F15066A}" destId="{A70B08F2-02F5-4550-AD8C-900954652CD8}" srcOrd="30" destOrd="0" presId="urn:microsoft.com/office/officeart/2005/8/layout/default"/>
    <dgm:cxn modelId="{0397A386-C196-43EF-89E5-208758C80FED}" type="presParOf" srcId="{4639B4EC-5733-4C47-B64F-D03D3F15066A}" destId="{586AE77C-41ED-4422-87BB-8A8DABD10D02}" srcOrd="31" destOrd="0" presId="urn:microsoft.com/office/officeart/2005/8/layout/default"/>
    <dgm:cxn modelId="{78A5E5E3-18A9-4D6F-8ED2-83B595F6D173}" type="presParOf" srcId="{4639B4EC-5733-4C47-B64F-D03D3F15066A}" destId="{74E2B09F-F30D-44D2-A8DD-947319CE6311}" srcOrd="32" destOrd="0" presId="urn:microsoft.com/office/officeart/2005/8/layout/default"/>
    <dgm:cxn modelId="{96DB33DF-C227-47E5-A4E9-D749BF66FDB4}" type="presParOf" srcId="{4639B4EC-5733-4C47-B64F-D03D3F15066A}" destId="{3CF9C7E9-C25A-487A-9BFD-04CDFE84019E}" srcOrd="33" destOrd="0" presId="urn:microsoft.com/office/officeart/2005/8/layout/default"/>
    <dgm:cxn modelId="{78C64EB7-F923-48F8-BE3E-8459BBD84D0E}" type="presParOf" srcId="{4639B4EC-5733-4C47-B64F-D03D3F15066A}" destId="{22A3890F-45C5-466D-AF81-CB07E62F974C}" srcOrd="34" destOrd="0" presId="urn:microsoft.com/office/officeart/2005/8/layout/default"/>
    <dgm:cxn modelId="{2647AD91-057B-4AC8-9BC3-6462C10D33DE}" type="presParOf" srcId="{4639B4EC-5733-4C47-B64F-D03D3F15066A}" destId="{A5DE47CA-580E-4FA4-96F3-0B1661BA7364}" srcOrd="35" destOrd="0" presId="urn:microsoft.com/office/officeart/2005/8/layout/default"/>
    <dgm:cxn modelId="{E265BB60-6158-46B2-88ED-AE546FAEB156}" type="presParOf" srcId="{4639B4EC-5733-4C47-B64F-D03D3F15066A}" destId="{5E74EA7A-B3F9-416E-8EC3-3F371C897BE7}" srcOrd="36" destOrd="0" presId="urn:microsoft.com/office/officeart/2005/8/layout/default"/>
    <dgm:cxn modelId="{300E0442-68F2-4BFD-B5FA-4FE2E341F0CB}" type="presParOf" srcId="{4639B4EC-5733-4C47-B64F-D03D3F15066A}" destId="{E13D9814-6F2E-4210-997E-D75891F18D0F}" srcOrd="37" destOrd="0" presId="urn:microsoft.com/office/officeart/2005/8/layout/default"/>
    <dgm:cxn modelId="{544071D3-FAB5-4FC1-A8C7-77988BA8A81D}" type="presParOf" srcId="{4639B4EC-5733-4C47-B64F-D03D3F15066A}" destId="{BD3E6B38-A573-4392-9F41-BB564C605B77}" srcOrd="3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CEF02F-5126-4AA9-9926-DA17059D9412}">
      <dsp:nvSpPr>
        <dsp:cNvPr id="0" name=""/>
        <dsp:cNvSpPr/>
      </dsp:nvSpPr>
      <dsp:spPr>
        <a:xfrm>
          <a:off x="9242" y="759400"/>
          <a:ext cx="2762398" cy="28325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The use of data(speed of fan, light intensity) collected from user preferences and machine learning to create an automated model of fan and light system provides great comfort for elderly people.</a:t>
          </a:r>
          <a:endParaRPr lang="en-US" sz="1800" kern="1200" dirty="0"/>
        </a:p>
      </dsp:txBody>
      <dsp:txXfrm>
        <a:off x="90150" y="840308"/>
        <a:ext cx="2600582" cy="2670721"/>
      </dsp:txXfrm>
    </dsp:sp>
    <dsp:sp modelId="{51448646-7EBB-4D25-B81E-1BCC9AD23E2C}">
      <dsp:nvSpPr>
        <dsp:cNvPr id="0" name=""/>
        <dsp:cNvSpPr/>
      </dsp:nvSpPr>
      <dsp:spPr>
        <a:xfrm>
          <a:off x="3047880" y="1833131"/>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047880" y="1970146"/>
        <a:ext cx="409940" cy="411044"/>
      </dsp:txXfrm>
    </dsp:sp>
    <dsp:sp modelId="{2A227DA1-7439-4D71-840D-5FC2B818B2FD}">
      <dsp:nvSpPr>
        <dsp:cNvPr id="0" name=""/>
        <dsp:cNvSpPr/>
      </dsp:nvSpPr>
      <dsp:spPr>
        <a:xfrm>
          <a:off x="3876600" y="759400"/>
          <a:ext cx="2762398" cy="28325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People don’t have to carry the remote or phones to regulate the appliance as in remote controlled or app controlled versions.</a:t>
          </a:r>
          <a:endParaRPr lang="en-US" sz="1800" kern="1200"/>
        </a:p>
      </dsp:txBody>
      <dsp:txXfrm>
        <a:off x="3957508" y="840308"/>
        <a:ext cx="2600582" cy="2670721"/>
      </dsp:txXfrm>
    </dsp:sp>
    <dsp:sp modelId="{91B1559B-84EF-424A-A548-5B880915FF07}">
      <dsp:nvSpPr>
        <dsp:cNvPr id="0" name=""/>
        <dsp:cNvSpPr/>
      </dsp:nvSpPr>
      <dsp:spPr>
        <a:xfrm>
          <a:off x="6915239" y="1833131"/>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6915239" y="1970146"/>
        <a:ext cx="409940" cy="411044"/>
      </dsp:txXfrm>
    </dsp:sp>
    <dsp:sp modelId="{B4AB7B3C-7BB5-4648-8B04-36377D07C342}">
      <dsp:nvSpPr>
        <dsp:cNvPr id="0" name=""/>
        <dsp:cNvSpPr/>
      </dsp:nvSpPr>
      <dsp:spPr>
        <a:xfrm>
          <a:off x="7743958" y="759400"/>
          <a:ext cx="2762398" cy="28325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In this project, the appliance work according to the particular user once it recognizes them using a camera. If the camera captures an unknown user, a mail will be sent to a known user regarding this and works according to the environment.</a:t>
          </a:r>
          <a:endParaRPr lang="en-US" sz="1800" kern="1200"/>
        </a:p>
      </dsp:txBody>
      <dsp:txXfrm>
        <a:off x="7824866" y="840308"/>
        <a:ext cx="2600582" cy="26707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DED5-410A-4A69-AFCC-B7798AC3B608}">
      <dsp:nvSpPr>
        <dsp:cNvPr id="0" name=""/>
        <dsp:cNvSpPr/>
      </dsp:nvSpPr>
      <dsp:spPr>
        <a:xfrm>
          <a:off x="928814" y="260907"/>
          <a:ext cx="3755989" cy="3755989"/>
        </a:xfrm>
        <a:prstGeom prst="pie">
          <a:avLst>
            <a:gd name="adj1" fmla="val 16200000"/>
            <a:gd name="adj2" fmla="val 19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dirty="0"/>
            <a:t>Date</a:t>
          </a:r>
          <a:endParaRPr lang="en-US" sz="2300" kern="1200" dirty="0"/>
        </a:p>
      </dsp:txBody>
      <dsp:txXfrm>
        <a:off x="2847052" y="663334"/>
        <a:ext cx="1095496" cy="804854"/>
      </dsp:txXfrm>
    </dsp:sp>
    <dsp:sp modelId="{BC990F6F-91A7-47AC-A56A-451AE7A21C66}">
      <dsp:nvSpPr>
        <dsp:cNvPr id="0" name=""/>
        <dsp:cNvSpPr/>
      </dsp:nvSpPr>
      <dsp:spPr>
        <a:xfrm>
          <a:off x="817029" y="454519"/>
          <a:ext cx="3755989" cy="3755989"/>
        </a:xfrm>
        <a:prstGeom prst="pie">
          <a:avLst>
            <a:gd name="adj1" fmla="val 19800000"/>
            <a:gd name="adj2" fmla="val 1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a:t>Time</a:t>
          </a:r>
          <a:endParaRPr lang="en-US" sz="2300" kern="1200"/>
        </a:p>
      </dsp:txBody>
      <dsp:txXfrm>
        <a:off x="3388093" y="1952443"/>
        <a:ext cx="1135739" cy="760140"/>
      </dsp:txXfrm>
    </dsp:sp>
    <dsp:sp modelId="{59B204C5-5F67-4783-AFC3-093AC3FEA424}">
      <dsp:nvSpPr>
        <dsp:cNvPr id="0" name=""/>
        <dsp:cNvSpPr/>
      </dsp:nvSpPr>
      <dsp:spPr>
        <a:xfrm>
          <a:off x="817029" y="454519"/>
          <a:ext cx="3755989" cy="3755989"/>
        </a:xfrm>
        <a:prstGeom prst="pie">
          <a:avLst>
            <a:gd name="adj1" fmla="val 1800000"/>
            <a:gd name="adj2" fmla="val 54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a:t>DHT value</a:t>
          </a:r>
          <a:endParaRPr lang="en-US" sz="2300" kern="1200"/>
        </a:p>
      </dsp:txBody>
      <dsp:txXfrm>
        <a:off x="2735267" y="3003226"/>
        <a:ext cx="1095496" cy="804854"/>
      </dsp:txXfrm>
    </dsp:sp>
    <dsp:sp modelId="{7B2EE450-EA2F-4375-BC8D-290D624492DE}">
      <dsp:nvSpPr>
        <dsp:cNvPr id="0" name=""/>
        <dsp:cNvSpPr/>
      </dsp:nvSpPr>
      <dsp:spPr>
        <a:xfrm>
          <a:off x="817029" y="454519"/>
          <a:ext cx="3755989" cy="3755989"/>
        </a:xfrm>
        <a:prstGeom prst="pie">
          <a:avLst>
            <a:gd name="adj1" fmla="val 5400000"/>
            <a:gd name="adj2" fmla="val 90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a:t>LDR value</a:t>
          </a:r>
          <a:endParaRPr lang="en-US" sz="2300" kern="1200"/>
        </a:p>
      </dsp:txBody>
      <dsp:txXfrm>
        <a:off x="1559284" y="3003226"/>
        <a:ext cx="1095496" cy="804854"/>
      </dsp:txXfrm>
    </dsp:sp>
    <dsp:sp modelId="{F9EAE372-9B41-44F9-AAE2-B23F7BBE3333}">
      <dsp:nvSpPr>
        <dsp:cNvPr id="0" name=""/>
        <dsp:cNvSpPr/>
      </dsp:nvSpPr>
      <dsp:spPr>
        <a:xfrm>
          <a:off x="817029" y="454519"/>
          <a:ext cx="3755989" cy="3755989"/>
        </a:xfrm>
        <a:prstGeom prst="pie">
          <a:avLst>
            <a:gd name="adj1" fmla="val 9000000"/>
            <a:gd name="adj2" fmla="val 126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a:t>Fan speed</a:t>
          </a:r>
          <a:endParaRPr lang="en-US" sz="2300" kern="1200"/>
        </a:p>
      </dsp:txBody>
      <dsp:txXfrm>
        <a:off x="875157" y="1952443"/>
        <a:ext cx="1135739" cy="760140"/>
      </dsp:txXfrm>
    </dsp:sp>
    <dsp:sp modelId="{1EE1FE64-A58D-4F5D-8275-A8E3DA3D36B8}">
      <dsp:nvSpPr>
        <dsp:cNvPr id="0" name=""/>
        <dsp:cNvSpPr/>
      </dsp:nvSpPr>
      <dsp:spPr>
        <a:xfrm>
          <a:off x="817029" y="454519"/>
          <a:ext cx="3755989" cy="3755989"/>
        </a:xfrm>
        <a:prstGeom prst="pie">
          <a:avLst>
            <a:gd name="adj1" fmla="val 126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IN" sz="2300" kern="1200"/>
            <a:t>Light intensity</a:t>
          </a:r>
          <a:endParaRPr lang="en-US" sz="2300" kern="1200"/>
        </a:p>
      </dsp:txBody>
      <dsp:txXfrm>
        <a:off x="1559284" y="856946"/>
        <a:ext cx="1095496" cy="8048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325F0-3EF8-4AA6-80F3-B14009D5F1AF}">
      <dsp:nvSpPr>
        <dsp:cNvPr id="0" name=""/>
        <dsp:cNvSpPr/>
      </dsp:nvSpPr>
      <dsp:spPr>
        <a:xfrm>
          <a:off x="581575" y="828"/>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SVM</a:t>
          </a:r>
          <a:endParaRPr lang="en-US" sz="2100" kern="1200" dirty="0"/>
        </a:p>
      </dsp:txBody>
      <dsp:txXfrm>
        <a:off x="581575" y="828"/>
        <a:ext cx="1254734" cy="752840"/>
      </dsp:txXfrm>
    </dsp:sp>
    <dsp:sp modelId="{B0C911F0-8261-43AB-9A3B-B16F9123EC10}">
      <dsp:nvSpPr>
        <dsp:cNvPr id="0" name=""/>
        <dsp:cNvSpPr/>
      </dsp:nvSpPr>
      <dsp:spPr>
        <a:xfrm>
          <a:off x="1953589" y="828"/>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Accuracy Score</a:t>
          </a:r>
          <a:endParaRPr lang="en-US" sz="2100" kern="1200" dirty="0"/>
        </a:p>
      </dsp:txBody>
      <dsp:txXfrm>
        <a:off x="1953589" y="828"/>
        <a:ext cx="1254734" cy="752840"/>
      </dsp:txXfrm>
    </dsp:sp>
    <dsp:sp modelId="{2129DD9D-8862-4138-8A5F-D3637EE581DA}">
      <dsp:nvSpPr>
        <dsp:cNvPr id="0" name=""/>
        <dsp:cNvSpPr/>
      </dsp:nvSpPr>
      <dsp:spPr>
        <a:xfrm>
          <a:off x="3333797" y="828"/>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Fan : 89.66</a:t>
          </a:r>
          <a:endParaRPr lang="en-US" sz="2100" kern="1200" dirty="0"/>
        </a:p>
      </dsp:txBody>
      <dsp:txXfrm>
        <a:off x="3333797" y="828"/>
        <a:ext cx="1254734" cy="752840"/>
      </dsp:txXfrm>
    </dsp:sp>
    <dsp:sp modelId="{89DEE86E-9D50-47F8-A65E-26D5AD0FA217}">
      <dsp:nvSpPr>
        <dsp:cNvPr id="0" name=""/>
        <dsp:cNvSpPr/>
      </dsp:nvSpPr>
      <dsp:spPr>
        <a:xfrm>
          <a:off x="4722199" y="828"/>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Light : 92.07</a:t>
          </a:r>
          <a:endParaRPr lang="en-US" sz="2100" kern="1200" dirty="0"/>
        </a:p>
      </dsp:txBody>
      <dsp:txXfrm>
        <a:off x="4722199" y="828"/>
        <a:ext cx="1254734" cy="752840"/>
      </dsp:txXfrm>
    </dsp:sp>
    <dsp:sp modelId="{13C4026B-BA14-4F26-ABB2-EE98F06824B9}">
      <dsp:nvSpPr>
        <dsp:cNvPr id="0" name=""/>
        <dsp:cNvSpPr/>
      </dsp:nvSpPr>
      <dsp:spPr>
        <a:xfrm>
          <a:off x="589041" y="879142"/>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Naïve Bayes</a:t>
          </a:r>
          <a:endParaRPr lang="en-US" sz="2100" kern="1200" dirty="0"/>
        </a:p>
      </dsp:txBody>
      <dsp:txXfrm>
        <a:off x="589041" y="879142"/>
        <a:ext cx="1254734" cy="752840"/>
      </dsp:txXfrm>
    </dsp:sp>
    <dsp:sp modelId="{2C92BB63-245D-42F9-A000-89AC71100778}">
      <dsp:nvSpPr>
        <dsp:cNvPr id="0" name=""/>
        <dsp:cNvSpPr/>
      </dsp:nvSpPr>
      <dsp:spPr>
        <a:xfrm>
          <a:off x="1969249" y="879142"/>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Accuracy Score</a:t>
          </a:r>
          <a:endParaRPr lang="en-US" sz="2100" kern="1200"/>
        </a:p>
      </dsp:txBody>
      <dsp:txXfrm>
        <a:off x="1969249" y="879142"/>
        <a:ext cx="1254734" cy="752840"/>
      </dsp:txXfrm>
    </dsp:sp>
    <dsp:sp modelId="{293205E4-ED4C-4E56-861C-0A140C1E0AF4}">
      <dsp:nvSpPr>
        <dsp:cNvPr id="0" name=""/>
        <dsp:cNvSpPr/>
      </dsp:nvSpPr>
      <dsp:spPr>
        <a:xfrm>
          <a:off x="3349456" y="879142"/>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Fan : 87.59</a:t>
          </a:r>
          <a:endParaRPr lang="en-US" sz="2100" kern="1200" dirty="0"/>
        </a:p>
      </dsp:txBody>
      <dsp:txXfrm>
        <a:off x="3349456" y="879142"/>
        <a:ext cx="1254734" cy="752840"/>
      </dsp:txXfrm>
    </dsp:sp>
    <dsp:sp modelId="{51E92566-E134-4EB7-AA20-2EB9B8248DEA}">
      <dsp:nvSpPr>
        <dsp:cNvPr id="0" name=""/>
        <dsp:cNvSpPr/>
      </dsp:nvSpPr>
      <dsp:spPr>
        <a:xfrm>
          <a:off x="4722199" y="879142"/>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Light : 92.07</a:t>
          </a:r>
          <a:endParaRPr lang="en-US" sz="2100" kern="1200" dirty="0"/>
        </a:p>
      </dsp:txBody>
      <dsp:txXfrm>
        <a:off x="4722199" y="879142"/>
        <a:ext cx="1254734" cy="752840"/>
      </dsp:txXfrm>
    </dsp:sp>
    <dsp:sp modelId="{5B8E0D40-2AA5-45B6-80B2-3B70CDB226B1}">
      <dsp:nvSpPr>
        <dsp:cNvPr id="0" name=""/>
        <dsp:cNvSpPr/>
      </dsp:nvSpPr>
      <dsp:spPr>
        <a:xfrm>
          <a:off x="581575" y="176163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KNN</a:t>
          </a:r>
          <a:endParaRPr lang="en-US" sz="2100" kern="1200" dirty="0"/>
        </a:p>
      </dsp:txBody>
      <dsp:txXfrm>
        <a:off x="581575" y="1761634"/>
        <a:ext cx="1254734" cy="752840"/>
      </dsp:txXfrm>
    </dsp:sp>
    <dsp:sp modelId="{4B9B127F-CFF5-4406-BA22-D02A0F53C09A}">
      <dsp:nvSpPr>
        <dsp:cNvPr id="0" name=""/>
        <dsp:cNvSpPr/>
      </dsp:nvSpPr>
      <dsp:spPr>
        <a:xfrm>
          <a:off x="1961783" y="176163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Accuracy Score</a:t>
          </a:r>
          <a:endParaRPr lang="en-US" sz="2100" kern="1200"/>
        </a:p>
      </dsp:txBody>
      <dsp:txXfrm>
        <a:off x="1961783" y="1761634"/>
        <a:ext cx="1254734" cy="752840"/>
      </dsp:txXfrm>
    </dsp:sp>
    <dsp:sp modelId="{835C0623-BD02-4BF4-B61C-C835F137C11D}">
      <dsp:nvSpPr>
        <dsp:cNvPr id="0" name=""/>
        <dsp:cNvSpPr/>
      </dsp:nvSpPr>
      <dsp:spPr>
        <a:xfrm>
          <a:off x="3341991" y="176163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Fan : 93.45</a:t>
          </a:r>
          <a:endParaRPr lang="en-US" sz="2100" kern="1200" dirty="0"/>
        </a:p>
      </dsp:txBody>
      <dsp:txXfrm>
        <a:off x="3341991" y="1761634"/>
        <a:ext cx="1254734" cy="752840"/>
      </dsp:txXfrm>
    </dsp:sp>
    <dsp:sp modelId="{74DA87E7-209B-4E8B-9D3E-7485F78B7F50}">
      <dsp:nvSpPr>
        <dsp:cNvPr id="0" name=""/>
        <dsp:cNvSpPr/>
      </dsp:nvSpPr>
      <dsp:spPr>
        <a:xfrm>
          <a:off x="4722199" y="1762808"/>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Light : 92.07</a:t>
          </a:r>
          <a:endParaRPr lang="en-US" sz="2100" kern="1200" dirty="0"/>
        </a:p>
      </dsp:txBody>
      <dsp:txXfrm>
        <a:off x="4722199" y="1762808"/>
        <a:ext cx="1254734" cy="752840"/>
      </dsp:txXfrm>
    </dsp:sp>
    <dsp:sp modelId="{35E3BA14-2C65-49FE-B40A-0FCAD37E87AB}">
      <dsp:nvSpPr>
        <dsp:cNvPr id="0" name=""/>
        <dsp:cNvSpPr/>
      </dsp:nvSpPr>
      <dsp:spPr>
        <a:xfrm>
          <a:off x="579994" y="2635770"/>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Random Forest</a:t>
          </a:r>
          <a:endParaRPr lang="en-US" sz="2100" kern="1200" dirty="0"/>
        </a:p>
      </dsp:txBody>
      <dsp:txXfrm>
        <a:off x="579994" y="2635770"/>
        <a:ext cx="1254734" cy="752840"/>
      </dsp:txXfrm>
    </dsp:sp>
    <dsp:sp modelId="{17A28D90-E4D1-4ECC-8143-0C0704B7961F}">
      <dsp:nvSpPr>
        <dsp:cNvPr id="0" name=""/>
        <dsp:cNvSpPr/>
      </dsp:nvSpPr>
      <dsp:spPr>
        <a:xfrm>
          <a:off x="1960202" y="2635770"/>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Accuracy Score</a:t>
          </a:r>
          <a:endParaRPr lang="en-US" sz="2100" kern="1200"/>
        </a:p>
      </dsp:txBody>
      <dsp:txXfrm>
        <a:off x="1960202" y="2635770"/>
        <a:ext cx="1254734" cy="752840"/>
      </dsp:txXfrm>
    </dsp:sp>
    <dsp:sp modelId="{3F65F630-7CB3-4CF7-9509-504C7A96393D}">
      <dsp:nvSpPr>
        <dsp:cNvPr id="0" name=""/>
        <dsp:cNvSpPr/>
      </dsp:nvSpPr>
      <dsp:spPr>
        <a:xfrm>
          <a:off x="3340410" y="2635770"/>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Fan : 91.38</a:t>
          </a:r>
          <a:endParaRPr lang="en-US" sz="2100" kern="1200" dirty="0"/>
        </a:p>
      </dsp:txBody>
      <dsp:txXfrm>
        <a:off x="3340410" y="2635770"/>
        <a:ext cx="1254734" cy="752840"/>
      </dsp:txXfrm>
    </dsp:sp>
    <dsp:sp modelId="{A70B08F2-02F5-4550-AD8C-900954652CD8}">
      <dsp:nvSpPr>
        <dsp:cNvPr id="0" name=""/>
        <dsp:cNvSpPr/>
      </dsp:nvSpPr>
      <dsp:spPr>
        <a:xfrm>
          <a:off x="4720618" y="2635770"/>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Light : 90.69</a:t>
          </a:r>
          <a:endParaRPr lang="en-US" sz="2100" kern="1200" dirty="0"/>
        </a:p>
      </dsp:txBody>
      <dsp:txXfrm>
        <a:off x="4720618" y="2635770"/>
        <a:ext cx="1254734" cy="752840"/>
      </dsp:txXfrm>
    </dsp:sp>
    <dsp:sp modelId="{74E2B09F-F30D-44D2-A8DD-947319CE6311}">
      <dsp:nvSpPr>
        <dsp:cNvPr id="0" name=""/>
        <dsp:cNvSpPr/>
      </dsp:nvSpPr>
      <dsp:spPr>
        <a:xfrm>
          <a:off x="579994" y="351408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Decision Tree</a:t>
          </a:r>
          <a:endParaRPr lang="en-US" sz="2100" kern="1200" dirty="0"/>
        </a:p>
      </dsp:txBody>
      <dsp:txXfrm>
        <a:off x="579994" y="3514084"/>
        <a:ext cx="1254734" cy="752840"/>
      </dsp:txXfrm>
    </dsp:sp>
    <dsp:sp modelId="{22A3890F-45C5-466D-AF81-CB07E62F974C}">
      <dsp:nvSpPr>
        <dsp:cNvPr id="0" name=""/>
        <dsp:cNvSpPr/>
      </dsp:nvSpPr>
      <dsp:spPr>
        <a:xfrm>
          <a:off x="1960202" y="351408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Accuracy Score</a:t>
          </a:r>
          <a:endParaRPr lang="en-US" sz="2100" kern="1200"/>
        </a:p>
      </dsp:txBody>
      <dsp:txXfrm>
        <a:off x="1960202" y="3514084"/>
        <a:ext cx="1254734" cy="752840"/>
      </dsp:txXfrm>
    </dsp:sp>
    <dsp:sp modelId="{5E74EA7A-B3F9-416E-8EC3-3F371C897BE7}">
      <dsp:nvSpPr>
        <dsp:cNvPr id="0" name=""/>
        <dsp:cNvSpPr/>
      </dsp:nvSpPr>
      <dsp:spPr>
        <a:xfrm>
          <a:off x="3340410" y="351408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Fan : 91.38</a:t>
          </a:r>
          <a:endParaRPr lang="en-US" sz="2100" kern="1200" dirty="0"/>
        </a:p>
      </dsp:txBody>
      <dsp:txXfrm>
        <a:off x="3340410" y="3514084"/>
        <a:ext cx="1254734" cy="752840"/>
      </dsp:txXfrm>
    </dsp:sp>
    <dsp:sp modelId="{BD3E6B38-A573-4392-9F41-BB564C605B77}">
      <dsp:nvSpPr>
        <dsp:cNvPr id="0" name=""/>
        <dsp:cNvSpPr/>
      </dsp:nvSpPr>
      <dsp:spPr>
        <a:xfrm>
          <a:off x="4720618" y="3514084"/>
          <a:ext cx="1254734" cy="75284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Light : 89.66</a:t>
          </a:r>
          <a:endParaRPr lang="en-US" sz="2100" kern="1200" dirty="0"/>
        </a:p>
      </dsp:txBody>
      <dsp:txXfrm>
        <a:off x="4720618" y="3514084"/>
        <a:ext cx="1254734" cy="7528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66591D-B5B7-42B3-9B6E-901BF5DFC2DE}" type="datetimeFigureOut">
              <a:rPr lang="en-GB" smtClean="0"/>
              <a:t>18/04/2023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6CEE1D-E9A5-448C-8F65-766E2E95676B}" type="slidenum">
              <a:rPr lang="en-GB" smtClean="0"/>
              <a:t>‹#›</a:t>
            </a:fld>
            <a:endParaRPr lang="en-GB"/>
          </a:p>
        </p:txBody>
      </p:sp>
    </p:spTree>
    <p:extLst>
      <p:ext uri="{BB962C8B-B14F-4D97-AF65-F5344CB8AC3E}">
        <p14:creationId xmlns:p14="http://schemas.microsoft.com/office/powerpoint/2010/main" val="914558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9D44-64D5-C714-844B-724E522D91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9DFEF30-7C6B-9595-A8F2-CCCA4ADA71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8A09926-1E1D-8F6C-F201-F90EB2CFE223}"/>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5" name="Footer Placeholder 4">
            <a:extLst>
              <a:ext uri="{FF2B5EF4-FFF2-40B4-BE49-F238E27FC236}">
                <a16:creationId xmlns:a16="http://schemas.microsoft.com/office/drawing/2014/main" id="{B38CAB8F-EC47-D80F-769F-530CCF52E0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B42F84-A2A6-E1E1-05CA-A71AD7FE1C15}"/>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577462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FA17C-55E7-E831-B3F9-41D5CD0568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64F0991-0A46-1A88-97F4-BDE3FE236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00F991-ABEF-275A-56A7-872E0A8107A0}"/>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5" name="Footer Placeholder 4">
            <a:extLst>
              <a:ext uri="{FF2B5EF4-FFF2-40B4-BE49-F238E27FC236}">
                <a16:creationId xmlns:a16="http://schemas.microsoft.com/office/drawing/2014/main" id="{221957A7-6A15-945D-7984-BA99810773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958F48-1184-7870-14E2-6D74CCC15EF2}"/>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2845971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5FC5E-71C1-76F1-EB27-59CAB5D46D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C40A47D-D8A1-1AE8-CEEA-63F62B5555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5579F0-B964-8963-DDA7-2D8E079B3F56}"/>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5" name="Footer Placeholder 4">
            <a:extLst>
              <a:ext uri="{FF2B5EF4-FFF2-40B4-BE49-F238E27FC236}">
                <a16:creationId xmlns:a16="http://schemas.microsoft.com/office/drawing/2014/main" id="{A86184E9-3210-6D6D-FC92-7E389E8AB7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8490DC-FCF0-EB3E-054C-CCE348CA92B6}"/>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3524688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D07D0-3661-2A3D-1957-DDB7D3FBD14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750C954-39EC-6ADB-4720-FF7D66E935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8F97A19-DF38-F9AD-7D5F-2A73AF597B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926C805-E173-13F4-9774-E9FB5C7D1E99}"/>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6" name="Footer Placeholder 5">
            <a:extLst>
              <a:ext uri="{FF2B5EF4-FFF2-40B4-BE49-F238E27FC236}">
                <a16:creationId xmlns:a16="http://schemas.microsoft.com/office/drawing/2014/main" id="{86EBC6B6-3308-BDED-A71A-7BF46620E18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5A0DA4-E07B-A7E9-8A7F-752F5EAB0163}"/>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1813481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2318-92B1-AFD6-BCC5-8062EF50206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B3D8F45-7F37-8DFD-D7C0-9C52446AEB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7D679B-E8AD-9708-6802-5FB991988F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9ADE16C-1D73-2F1D-9FF9-E77BDF976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D79573-5C62-D612-751B-E848A6321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885A96A-C4D2-93E3-1625-AA2D8F174982}"/>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8" name="Footer Placeholder 7">
            <a:extLst>
              <a:ext uri="{FF2B5EF4-FFF2-40B4-BE49-F238E27FC236}">
                <a16:creationId xmlns:a16="http://schemas.microsoft.com/office/drawing/2014/main" id="{FA9533FA-D1B3-BB50-D70C-C84B40DDFA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13A6660-AB13-FCFE-9728-BED4990B0BCE}"/>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3008832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0C131-3A2C-81D6-10CB-5032B3A4C0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0163607-1F4C-0257-9D7F-C77299EDF60D}"/>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4" name="Footer Placeholder 3">
            <a:extLst>
              <a:ext uri="{FF2B5EF4-FFF2-40B4-BE49-F238E27FC236}">
                <a16:creationId xmlns:a16="http://schemas.microsoft.com/office/drawing/2014/main" id="{6D343D90-3F08-E79F-DBA8-4BAA12F7801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0625251-82BA-7FC8-B7E3-6CF94BE78350}"/>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258862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66D53C-EE5F-3071-534D-C6FC0491AC47}"/>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3" name="Footer Placeholder 2">
            <a:extLst>
              <a:ext uri="{FF2B5EF4-FFF2-40B4-BE49-F238E27FC236}">
                <a16:creationId xmlns:a16="http://schemas.microsoft.com/office/drawing/2014/main" id="{77F2F1BC-1AAC-002F-6482-E6D4DF3C707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ADF0577-974F-4396-892D-22E9DF0ACFB4}"/>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4078776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A265E-F73C-893A-4502-2C626B44D3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E6227B4-1897-275E-DBD8-6E17C22D47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74EFF66-A198-89E4-9EBE-6980CAC682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7248DF-C4E6-25FE-2EE9-413412299D4D}"/>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6" name="Footer Placeholder 5">
            <a:extLst>
              <a:ext uri="{FF2B5EF4-FFF2-40B4-BE49-F238E27FC236}">
                <a16:creationId xmlns:a16="http://schemas.microsoft.com/office/drawing/2014/main" id="{54BFE347-BE23-444D-30FC-1C50088DF76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06B493-73A5-6FA0-1AA3-038FA286D023}"/>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3691064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AD82-2915-00FD-F1E1-45ED4E76FA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B3CE573-C032-3EA2-6786-61F16045D6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FEFD54-18DE-802A-12B4-E425E7D3C5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0ACF23-469E-135A-9283-775779F765F1}"/>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6" name="Footer Placeholder 5">
            <a:extLst>
              <a:ext uri="{FF2B5EF4-FFF2-40B4-BE49-F238E27FC236}">
                <a16:creationId xmlns:a16="http://schemas.microsoft.com/office/drawing/2014/main" id="{AE45E8A2-831A-08C2-121F-18C862E95F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CC2572F-6CC5-FBAB-9AD5-0F1DE9CD25AA}"/>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2727371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7A05-0946-8126-687D-C39D5D0FCB8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50C6BB-F7D6-3524-9F0D-3F192835C3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90E8A9-59D9-ACDD-5FBA-D5A3A95369F0}"/>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5" name="Footer Placeholder 4">
            <a:extLst>
              <a:ext uri="{FF2B5EF4-FFF2-40B4-BE49-F238E27FC236}">
                <a16:creationId xmlns:a16="http://schemas.microsoft.com/office/drawing/2014/main" id="{25D7875A-39E9-5819-B3C5-A18F42A404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14FED6F-2555-B461-225B-6FF3BE261590}"/>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3061444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BF4F5B-583D-6246-28A4-E65D909FB6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3DDAB6-FAA5-BBCF-D0C1-DDADDFF76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A4A05C-0C77-3E6F-578C-3B3562972AD2}"/>
              </a:ext>
            </a:extLst>
          </p:cNvPr>
          <p:cNvSpPr>
            <a:spLocks noGrp="1"/>
          </p:cNvSpPr>
          <p:nvPr>
            <p:ph type="dt" sz="half" idx="10"/>
          </p:nvPr>
        </p:nvSpPr>
        <p:spPr/>
        <p:txBody>
          <a:bodyPr/>
          <a:lstStyle/>
          <a:p>
            <a:fld id="{146DC317-082F-4D01-BD69-41CD23E4323F}" type="datetimeFigureOut">
              <a:rPr lang="en-GB" smtClean="0"/>
              <a:t>18/04/2023</a:t>
            </a:fld>
            <a:endParaRPr lang="en-GB"/>
          </a:p>
        </p:txBody>
      </p:sp>
      <p:sp>
        <p:nvSpPr>
          <p:cNvPr id="5" name="Footer Placeholder 4">
            <a:extLst>
              <a:ext uri="{FF2B5EF4-FFF2-40B4-BE49-F238E27FC236}">
                <a16:creationId xmlns:a16="http://schemas.microsoft.com/office/drawing/2014/main" id="{C19EFA00-7430-CC7A-0ADB-E2EC61F329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CDB7F2-9274-2FE9-5390-F79E252C775E}"/>
              </a:ext>
            </a:extLst>
          </p:cNvPr>
          <p:cNvSpPr>
            <a:spLocks noGrp="1"/>
          </p:cNvSpPr>
          <p:nvPr>
            <p:ph type="sldNum" sz="quarter" idx="12"/>
          </p:nvPr>
        </p:nvSpPr>
        <p:spPr/>
        <p:txBody>
          <a:bodyPr/>
          <a:lstStyle/>
          <a:p>
            <a:fld id="{733C3135-60D9-45DB-B9DB-32C02B939DF0}" type="slidenum">
              <a:rPr lang="en-GB" smtClean="0"/>
              <a:t>‹#›</a:t>
            </a:fld>
            <a:endParaRPr lang="en-GB"/>
          </a:p>
        </p:txBody>
      </p:sp>
    </p:spTree>
    <p:extLst>
      <p:ext uri="{BB962C8B-B14F-4D97-AF65-F5344CB8AC3E}">
        <p14:creationId xmlns:p14="http://schemas.microsoft.com/office/powerpoint/2010/main" val="2145012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518D68-CA4C-6D8E-518C-AA4BD366A5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6A42C6-9CBB-EE0D-373A-D03BDF45DA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8D57D8-BA75-5A17-EC30-B69F9EC07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6DC317-082F-4D01-BD69-41CD23E4323F}" type="datetimeFigureOut">
              <a:rPr lang="en-GB" smtClean="0"/>
              <a:t>18/04/2023</a:t>
            </a:fld>
            <a:endParaRPr lang="en-GB"/>
          </a:p>
        </p:txBody>
      </p:sp>
      <p:sp>
        <p:nvSpPr>
          <p:cNvPr id="5" name="Footer Placeholder 4">
            <a:extLst>
              <a:ext uri="{FF2B5EF4-FFF2-40B4-BE49-F238E27FC236}">
                <a16:creationId xmlns:a16="http://schemas.microsoft.com/office/drawing/2014/main" id="{D86920FE-D3B8-E8F8-6118-AFCC64B3C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A74EBBC-A62D-6520-919B-7037EDD3D7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3C3135-60D9-45DB-B9DB-32C02B939DF0}" type="slidenum">
              <a:rPr lang="en-GB" smtClean="0"/>
              <a:t>‹#›</a:t>
            </a:fld>
            <a:endParaRPr lang="en-GB"/>
          </a:p>
        </p:txBody>
      </p:sp>
    </p:spTree>
    <p:extLst>
      <p:ext uri="{BB962C8B-B14F-4D97-AF65-F5344CB8AC3E}">
        <p14:creationId xmlns:p14="http://schemas.microsoft.com/office/powerpoint/2010/main" val="2325306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A white electrical box with wires">
            <a:extLst>
              <a:ext uri="{FF2B5EF4-FFF2-40B4-BE49-F238E27FC236}">
                <a16:creationId xmlns:a16="http://schemas.microsoft.com/office/drawing/2014/main" id="{AA953919-6F70-9742-E1B3-8EF4859A9DEB}"/>
              </a:ext>
            </a:extLst>
          </p:cNvPr>
          <p:cNvPicPr>
            <a:picLocks noChangeAspect="1"/>
          </p:cNvPicPr>
          <p:nvPr/>
        </p:nvPicPr>
        <p:blipFill rotWithShape="1">
          <a:blip r:embed="rId2"/>
          <a:srcRect t="9091" r="13818"/>
          <a:stretch/>
        </p:blipFill>
        <p:spPr>
          <a:xfrm>
            <a:off x="3523488" y="10"/>
            <a:ext cx="8668512" cy="6857990"/>
          </a:xfrm>
          <a:prstGeom prst="rect">
            <a:avLst/>
          </a:prstGeom>
        </p:spPr>
      </p:pic>
      <p:sp>
        <p:nvSpPr>
          <p:cNvPr id="26" name="Rectangle 2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864CFA-E4DD-1AD0-D97C-9123B0AED370}"/>
              </a:ext>
            </a:extLst>
          </p:cNvPr>
          <p:cNvSpPr>
            <a:spLocks noGrp="1"/>
          </p:cNvSpPr>
          <p:nvPr>
            <p:ph type="ctrTitle"/>
          </p:nvPr>
        </p:nvSpPr>
        <p:spPr>
          <a:xfrm>
            <a:off x="477981" y="1122363"/>
            <a:ext cx="4023360" cy="3204134"/>
          </a:xfrm>
        </p:spPr>
        <p:txBody>
          <a:bodyPr anchor="b">
            <a:normAutofit/>
          </a:bodyPr>
          <a:lstStyle/>
          <a:p>
            <a:pPr algn="l"/>
            <a:r>
              <a:rPr lang="en-IN" sz="4100"/>
              <a:t>CUSTOMIZATION OF LIGHTING AND VENTILATION SYSTEM IN HOUSEHOLD</a:t>
            </a:r>
            <a:endParaRPr lang="en-GB" sz="4100"/>
          </a:p>
        </p:txBody>
      </p:sp>
      <p:sp>
        <p:nvSpPr>
          <p:cNvPr id="3" name="Subtitle 2">
            <a:extLst>
              <a:ext uri="{FF2B5EF4-FFF2-40B4-BE49-F238E27FC236}">
                <a16:creationId xmlns:a16="http://schemas.microsoft.com/office/drawing/2014/main" id="{0A315029-7A14-8E77-8435-43295EB1747C}"/>
              </a:ext>
            </a:extLst>
          </p:cNvPr>
          <p:cNvSpPr>
            <a:spLocks noGrp="1"/>
          </p:cNvSpPr>
          <p:nvPr>
            <p:ph type="subTitle" idx="1"/>
          </p:nvPr>
        </p:nvSpPr>
        <p:spPr>
          <a:xfrm>
            <a:off x="477981" y="4676872"/>
            <a:ext cx="4023359" cy="1741158"/>
          </a:xfrm>
        </p:spPr>
        <p:txBody>
          <a:bodyPr>
            <a:normAutofit/>
          </a:bodyPr>
          <a:lstStyle/>
          <a:p>
            <a:pPr algn="l"/>
            <a:r>
              <a:rPr lang="en-IN" sz="2000" dirty="0"/>
              <a:t>Team Members:</a:t>
            </a:r>
          </a:p>
          <a:p>
            <a:pPr algn="l"/>
            <a:r>
              <a:rPr lang="en-IN" sz="2000" dirty="0" err="1"/>
              <a:t>Iswarya</a:t>
            </a:r>
            <a:r>
              <a:rPr lang="en-IN" sz="2000" dirty="0"/>
              <a:t> M – 19BCS043</a:t>
            </a:r>
          </a:p>
          <a:p>
            <a:pPr algn="l"/>
            <a:r>
              <a:rPr lang="en-IN" sz="2000" dirty="0"/>
              <a:t>Anju A – 19BCS109</a:t>
            </a:r>
          </a:p>
          <a:p>
            <a:pPr algn="l"/>
            <a:r>
              <a:rPr lang="en-IN" sz="2000" dirty="0"/>
              <a:t>Prasanth P – 19BCS117 </a:t>
            </a:r>
            <a:endParaRPr lang="en-GB" sz="2000" dirty="0"/>
          </a:p>
        </p:txBody>
      </p:sp>
      <p:sp>
        <p:nvSpPr>
          <p:cNvPr id="28" name="Rectangle 2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503305A-F58B-A7CA-C1C3-28783FDFE2D3}"/>
              </a:ext>
            </a:extLst>
          </p:cNvPr>
          <p:cNvSpPr txBox="1"/>
          <p:nvPr/>
        </p:nvSpPr>
        <p:spPr>
          <a:xfrm>
            <a:off x="7137918" y="5211146"/>
            <a:ext cx="5054082" cy="1200329"/>
          </a:xfrm>
          <a:prstGeom prst="rect">
            <a:avLst/>
          </a:prstGeom>
          <a:noFill/>
        </p:spPr>
        <p:txBody>
          <a:bodyPr wrap="square" rtlCol="0">
            <a:spAutoFit/>
          </a:bodyPr>
          <a:lstStyle/>
          <a:p>
            <a:r>
              <a:rPr lang="en-IN" b="1" dirty="0">
                <a:solidFill>
                  <a:schemeClr val="bg1"/>
                </a:solidFill>
              </a:rPr>
              <a:t>Faculty Guide:</a:t>
            </a:r>
          </a:p>
          <a:p>
            <a:r>
              <a:rPr lang="en-IN" b="1" dirty="0" err="1">
                <a:solidFill>
                  <a:schemeClr val="bg1"/>
                </a:solidFill>
              </a:rPr>
              <a:t>Dr.</a:t>
            </a:r>
            <a:r>
              <a:rPr lang="en-IN" b="1" dirty="0">
                <a:solidFill>
                  <a:schemeClr val="bg1"/>
                </a:solidFill>
              </a:rPr>
              <a:t> K. R. Baskaran</a:t>
            </a:r>
          </a:p>
          <a:p>
            <a:r>
              <a:rPr lang="en-IN" b="1" dirty="0">
                <a:solidFill>
                  <a:schemeClr val="bg1"/>
                </a:solidFill>
              </a:rPr>
              <a:t>Professor</a:t>
            </a:r>
          </a:p>
          <a:p>
            <a:r>
              <a:rPr lang="en-IN" b="1" dirty="0">
                <a:solidFill>
                  <a:schemeClr val="bg1"/>
                </a:solidFill>
              </a:rPr>
              <a:t>Department of Computer Science and Engineering</a:t>
            </a:r>
            <a:endParaRPr lang="en-GB" b="1" dirty="0">
              <a:solidFill>
                <a:schemeClr val="bg1"/>
              </a:solidFill>
            </a:endParaRPr>
          </a:p>
        </p:txBody>
      </p:sp>
      <p:sp>
        <p:nvSpPr>
          <p:cNvPr id="5" name="TextBox 4">
            <a:extLst>
              <a:ext uri="{FF2B5EF4-FFF2-40B4-BE49-F238E27FC236}">
                <a16:creationId xmlns:a16="http://schemas.microsoft.com/office/drawing/2014/main" id="{7473A927-135E-BAA6-1D26-92ECBB483356}"/>
              </a:ext>
            </a:extLst>
          </p:cNvPr>
          <p:cNvSpPr txBox="1"/>
          <p:nvPr/>
        </p:nvSpPr>
        <p:spPr>
          <a:xfrm flipH="1">
            <a:off x="4458668" y="446525"/>
            <a:ext cx="3463022" cy="369332"/>
          </a:xfrm>
          <a:prstGeom prst="rect">
            <a:avLst/>
          </a:prstGeom>
          <a:noFill/>
        </p:spPr>
        <p:txBody>
          <a:bodyPr wrap="square" rtlCol="0">
            <a:spAutoFit/>
          </a:bodyPr>
          <a:lstStyle/>
          <a:p>
            <a:r>
              <a:rPr lang="en-IN" b="1" dirty="0"/>
              <a:t>Final Year Project – Batch 2019-23</a:t>
            </a:r>
            <a:endParaRPr lang="en-GB" b="1" dirty="0"/>
          </a:p>
        </p:txBody>
      </p:sp>
    </p:spTree>
    <p:extLst>
      <p:ext uri="{BB962C8B-B14F-4D97-AF65-F5344CB8AC3E}">
        <p14:creationId xmlns:p14="http://schemas.microsoft.com/office/powerpoint/2010/main" val="50057765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4F718-7FAC-4056-9FA9-A603EC682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0"/>
            <a:ext cx="121904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74639F7-E3C7-4165-A83E-6386A86BA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6356349" cy="6858000"/>
          </a:xfrm>
          <a:custGeom>
            <a:avLst/>
            <a:gdLst>
              <a:gd name="connsiteX0" fmla="*/ 7539895 w 7539895"/>
              <a:gd name="connsiteY0" fmla="*/ 6858000 h 6858000"/>
              <a:gd name="connsiteX1" fmla="*/ 0 w 7539895"/>
              <a:gd name="connsiteY1" fmla="*/ 6858000 h 6858000"/>
              <a:gd name="connsiteX2" fmla="*/ 0 w 7539895"/>
              <a:gd name="connsiteY2" fmla="*/ 0 h 6858000"/>
              <a:gd name="connsiteX3" fmla="*/ 4363741 w 7539895"/>
              <a:gd name="connsiteY3" fmla="*/ 0 h 6858000"/>
            </a:gdLst>
            <a:ahLst/>
            <a:cxnLst>
              <a:cxn ang="0">
                <a:pos x="connsiteX0" y="connsiteY0"/>
              </a:cxn>
              <a:cxn ang="0">
                <a:pos x="connsiteX1" y="connsiteY1"/>
              </a:cxn>
              <a:cxn ang="0">
                <a:pos x="connsiteX2" y="connsiteY2"/>
              </a:cxn>
              <a:cxn ang="0">
                <a:pos x="connsiteX3" y="connsiteY3"/>
              </a:cxn>
            </a:cxnLst>
            <a:rect l="l" t="t" r="r" b="b"/>
            <a:pathLst>
              <a:path w="7539895" h="6858000">
                <a:moveTo>
                  <a:pt x="7539895" y="6858000"/>
                </a:moveTo>
                <a:lnTo>
                  <a:pt x="0" y="6858000"/>
                </a:lnTo>
                <a:lnTo>
                  <a:pt x="0" y="0"/>
                </a:lnTo>
                <a:lnTo>
                  <a:pt x="4363741" y="0"/>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B3AF0F1-707A-463E-B5EE-33C63A40C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5979591" cy="6858000"/>
          </a:xfrm>
          <a:custGeom>
            <a:avLst/>
            <a:gdLst>
              <a:gd name="connsiteX0" fmla="*/ 7092985 w 7092985"/>
              <a:gd name="connsiteY0" fmla="*/ 6858000 h 6858000"/>
              <a:gd name="connsiteX1" fmla="*/ 0 w 7092985"/>
              <a:gd name="connsiteY1" fmla="*/ 6858000 h 6858000"/>
              <a:gd name="connsiteX2" fmla="*/ 0 w 7092985"/>
              <a:gd name="connsiteY2" fmla="*/ 0 h 6858000"/>
              <a:gd name="connsiteX3" fmla="*/ 3916831 w 7092985"/>
              <a:gd name="connsiteY3" fmla="*/ 0 h 6858000"/>
            </a:gdLst>
            <a:ahLst/>
            <a:cxnLst>
              <a:cxn ang="0">
                <a:pos x="connsiteX0" y="connsiteY0"/>
              </a:cxn>
              <a:cxn ang="0">
                <a:pos x="connsiteX1" y="connsiteY1"/>
              </a:cxn>
              <a:cxn ang="0">
                <a:pos x="connsiteX2" y="connsiteY2"/>
              </a:cxn>
              <a:cxn ang="0">
                <a:pos x="connsiteX3" y="connsiteY3"/>
              </a:cxn>
            </a:cxnLst>
            <a:rect l="l" t="t" r="r" b="b"/>
            <a:pathLst>
              <a:path w="7092985" h="6858000">
                <a:moveTo>
                  <a:pt x="7092985" y="6858000"/>
                </a:moveTo>
                <a:lnTo>
                  <a:pt x="0" y="6858000"/>
                </a:lnTo>
                <a:lnTo>
                  <a:pt x="0" y="0"/>
                </a:lnTo>
                <a:lnTo>
                  <a:pt x="3916831"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B1E0DAD-CE43-2B8D-7A25-C966E630DFF4}"/>
              </a:ext>
            </a:extLst>
          </p:cNvPr>
          <p:cNvSpPr>
            <a:spLocks noGrp="1"/>
          </p:cNvSpPr>
          <p:nvPr>
            <p:ph type="title"/>
          </p:nvPr>
        </p:nvSpPr>
        <p:spPr>
          <a:xfrm>
            <a:off x="838200" y="704088"/>
            <a:ext cx="3529953" cy="2980944"/>
          </a:xfrm>
        </p:spPr>
        <p:txBody>
          <a:bodyPr>
            <a:normAutofit/>
          </a:bodyPr>
          <a:lstStyle/>
          <a:p>
            <a:r>
              <a:rPr lang="en-IN" dirty="0">
                <a:solidFill>
                  <a:schemeClr val="bg1"/>
                </a:solidFill>
              </a:rPr>
              <a:t>CONTENTS</a:t>
            </a:r>
            <a:endParaRPr lang="en-GB" dirty="0">
              <a:solidFill>
                <a:schemeClr val="bg1"/>
              </a:solidFill>
            </a:endParaRPr>
          </a:p>
        </p:txBody>
      </p:sp>
      <p:sp>
        <p:nvSpPr>
          <p:cNvPr id="3" name="Content Placeholder 2">
            <a:extLst>
              <a:ext uri="{FF2B5EF4-FFF2-40B4-BE49-F238E27FC236}">
                <a16:creationId xmlns:a16="http://schemas.microsoft.com/office/drawing/2014/main" id="{4E48CE96-4DB1-B071-0D58-4D84CE4C31DA}"/>
              </a:ext>
            </a:extLst>
          </p:cNvPr>
          <p:cNvSpPr>
            <a:spLocks noGrp="1"/>
          </p:cNvSpPr>
          <p:nvPr>
            <p:ph idx="1"/>
          </p:nvPr>
        </p:nvSpPr>
        <p:spPr>
          <a:xfrm>
            <a:off x="6212410" y="704088"/>
            <a:ext cx="5135293" cy="5248656"/>
          </a:xfrm>
        </p:spPr>
        <p:txBody>
          <a:bodyPr anchor="ctr">
            <a:normAutofit/>
          </a:bodyPr>
          <a:lstStyle/>
          <a:p>
            <a:r>
              <a:rPr lang="en-IN" sz="2400" dirty="0"/>
              <a:t>Problem statement</a:t>
            </a:r>
          </a:p>
          <a:p>
            <a:r>
              <a:rPr lang="en-IN" sz="2400" dirty="0"/>
              <a:t>Objective</a:t>
            </a:r>
          </a:p>
          <a:p>
            <a:r>
              <a:rPr lang="en-IN" sz="2400" dirty="0"/>
              <a:t>Scope</a:t>
            </a:r>
          </a:p>
          <a:p>
            <a:r>
              <a:rPr lang="en-IN" sz="2400" dirty="0"/>
              <a:t>Modules</a:t>
            </a:r>
          </a:p>
          <a:p>
            <a:r>
              <a:rPr lang="en-IN" sz="2400" dirty="0"/>
              <a:t>Flow diagram</a:t>
            </a:r>
          </a:p>
          <a:p>
            <a:r>
              <a:rPr lang="en-IN" sz="2400" dirty="0"/>
              <a:t>Face recognition</a:t>
            </a:r>
          </a:p>
          <a:p>
            <a:r>
              <a:rPr lang="en-IN" sz="2400" dirty="0"/>
              <a:t>Data collection</a:t>
            </a:r>
          </a:p>
          <a:p>
            <a:r>
              <a:rPr lang="en-IN" sz="2400" dirty="0"/>
              <a:t>Machine learning Algorithms</a:t>
            </a:r>
          </a:p>
          <a:p>
            <a:r>
              <a:rPr lang="en-IN" sz="2400" dirty="0"/>
              <a:t>Working model</a:t>
            </a:r>
          </a:p>
          <a:p>
            <a:r>
              <a:rPr lang="en-IN" sz="2400" dirty="0"/>
              <a:t>Concerns </a:t>
            </a:r>
          </a:p>
          <a:p>
            <a:endParaRPr lang="en-GB" sz="2400" dirty="0"/>
          </a:p>
        </p:txBody>
      </p:sp>
    </p:spTree>
    <p:extLst>
      <p:ext uri="{BB962C8B-B14F-4D97-AF65-F5344CB8AC3E}">
        <p14:creationId xmlns:p14="http://schemas.microsoft.com/office/powerpoint/2010/main" val="3659011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3"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4"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3A1249E1-0F25-F502-6205-F55A34D00FF8}"/>
              </a:ext>
            </a:extLst>
          </p:cNvPr>
          <p:cNvSpPr>
            <a:spLocks noGrp="1"/>
          </p:cNvSpPr>
          <p:nvPr>
            <p:ph type="title"/>
          </p:nvPr>
        </p:nvSpPr>
        <p:spPr>
          <a:xfrm>
            <a:off x="767290" y="1166932"/>
            <a:ext cx="3582073" cy="4279709"/>
          </a:xfrm>
        </p:spPr>
        <p:txBody>
          <a:bodyPr anchor="ctr">
            <a:normAutofit/>
          </a:bodyPr>
          <a:lstStyle/>
          <a:p>
            <a:r>
              <a:rPr lang="en-IN" sz="4800" dirty="0">
                <a:solidFill>
                  <a:schemeClr val="bg1"/>
                </a:solidFill>
              </a:rPr>
              <a:t>PROBLEM STATEMENT</a:t>
            </a:r>
            <a:endParaRPr lang="en-GB" sz="4800" dirty="0">
              <a:solidFill>
                <a:schemeClr val="bg1"/>
              </a:solidFill>
            </a:endParaRPr>
          </a:p>
        </p:txBody>
      </p:sp>
      <p:sp>
        <p:nvSpPr>
          <p:cNvPr id="3" name="Content Placeholder 2">
            <a:extLst>
              <a:ext uri="{FF2B5EF4-FFF2-40B4-BE49-F238E27FC236}">
                <a16:creationId xmlns:a16="http://schemas.microsoft.com/office/drawing/2014/main" id="{628CC73C-0027-E07A-5745-8A17A1FD37E7}"/>
              </a:ext>
            </a:extLst>
          </p:cNvPr>
          <p:cNvSpPr>
            <a:spLocks noGrp="1"/>
          </p:cNvSpPr>
          <p:nvPr>
            <p:ph idx="1"/>
          </p:nvPr>
        </p:nvSpPr>
        <p:spPr>
          <a:xfrm>
            <a:off x="5573864" y="1166933"/>
            <a:ext cx="5716988" cy="4279709"/>
          </a:xfrm>
        </p:spPr>
        <p:txBody>
          <a:bodyPr anchor="ctr">
            <a:normAutofit/>
          </a:bodyPr>
          <a:lstStyle/>
          <a:p>
            <a:pPr marL="0" indent="0">
              <a:buNone/>
            </a:pPr>
            <a:r>
              <a:rPr lang="en-IN" sz="2400" dirty="0"/>
              <a:t>Smart homes are still based on explicit input from apps or telling Alexa to do something. At home you don’t always carry your phone. Ideally we want homes to be more reactive to what we do, to adapt to us. Developing automated systems that track occupants and self adapt to their preferences is a major next step for the future of smart homes.</a:t>
            </a:r>
            <a:endParaRPr lang="en-GB" sz="2400" dirty="0"/>
          </a:p>
        </p:txBody>
      </p:sp>
    </p:spTree>
    <p:extLst>
      <p:ext uri="{BB962C8B-B14F-4D97-AF65-F5344CB8AC3E}">
        <p14:creationId xmlns:p14="http://schemas.microsoft.com/office/powerpoint/2010/main" val="150877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BC02E2-49FF-FA62-3181-A8C9F6D7AD72}"/>
              </a:ext>
            </a:extLst>
          </p:cNvPr>
          <p:cNvSpPr>
            <a:spLocks noGrp="1"/>
          </p:cNvSpPr>
          <p:nvPr>
            <p:ph type="title"/>
          </p:nvPr>
        </p:nvSpPr>
        <p:spPr>
          <a:xfrm>
            <a:off x="965200" y="1567843"/>
            <a:ext cx="3712224" cy="3714496"/>
          </a:xfrm>
        </p:spPr>
        <p:txBody>
          <a:bodyPr anchor="ctr">
            <a:normAutofit/>
          </a:bodyPr>
          <a:lstStyle/>
          <a:p>
            <a:r>
              <a:rPr lang="en-IN" sz="4800" dirty="0"/>
              <a:t>OBJECTIVE</a:t>
            </a:r>
            <a:endParaRPr lang="en-GB" sz="4800" dirty="0"/>
          </a:p>
        </p:txBody>
      </p:sp>
      <p:grpSp>
        <p:nvGrpSpPr>
          <p:cNvPr id="10" name="Group 9">
            <a:extLst>
              <a:ext uri="{FF2B5EF4-FFF2-40B4-BE49-F238E27FC236}">
                <a16:creationId xmlns:a16="http://schemas.microsoft.com/office/drawing/2014/main" id="{2C3846A5-A498-4C9E-B4DC-13532657D7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5506" y="643467"/>
            <a:ext cx="1128382" cy="847206"/>
            <a:chOff x="8183879" y="1000124"/>
            <a:chExt cx="1562267" cy="1172973"/>
          </a:xfrm>
        </p:grpSpPr>
        <p:sp>
          <p:nvSpPr>
            <p:cNvPr id="11" name="Freeform 5">
              <a:extLst>
                <a:ext uri="{FF2B5EF4-FFF2-40B4-BE49-F238E27FC236}">
                  <a16:creationId xmlns:a16="http://schemas.microsoft.com/office/drawing/2014/main" id="{8A845FC1-FE68-40DE-B785-AA0F3DBD6F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2" name="Freeform 5">
              <a:extLst>
                <a:ext uri="{FF2B5EF4-FFF2-40B4-BE49-F238E27FC236}">
                  <a16:creationId xmlns:a16="http://schemas.microsoft.com/office/drawing/2014/main" id="{C26048ED-7A92-4694-A168-2C6C5C0D63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4" name="Freeform: Shape 13">
            <a:extLst>
              <a:ext uri="{FF2B5EF4-FFF2-40B4-BE49-F238E27FC236}">
                <a16:creationId xmlns:a16="http://schemas.microsoft.com/office/drawing/2014/main" id="{662A3FAA-D056-4098-8115-EA61EAF06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7645" y="839534"/>
            <a:ext cx="6781601" cy="5652388"/>
          </a:xfrm>
          <a:custGeom>
            <a:avLst/>
            <a:gdLst>
              <a:gd name="connsiteX0" fmla="*/ 2768595 w 4574113"/>
              <a:gd name="connsiteY0" fmla="*/ 2476119 h 3812472"/>
              <a:gd name="connsiteX1" fmla="*/ 3374676 w 4574113"/>
              <a:gd name="connsiteY1" fmla="*/ 2476119 h 3812472"/>
              <a:gd name="connsiteX2" fmla="*/ 3403209 w 4574113"/>
              <a:gd name="connsiteY2" fmla="*/ 2479909 h 3812472"/>
              <a:gd name="connsiteX3" fmla="*/ 3422833 w 4574113"/>
              <a:gd name="connsiteY3" fmla="*/ 2488137 h 3812472"/>
              <a:gd name="connsiteX4" fmla="*/ 3410840 w 4574113"/>
              <a:gd name="connsiteY4" fmla="*/ 2508879 h 3812472"/>
              <a:gd name="connsiteX5" fmla="*/ 2985934 w 4574113"/>
              <a:gd name="connsiteY5" fmla="*/ 3243764 h 3812472"/>
              <a:gd name="connsiteX6" fmla="*/ 2732784 w 4574113"/>
              <a:gd name="connsiteY6" fmla="*/ 3390890 h 3812472"/>
              <a:gd name="connsiteX7" fmla="*/ 2529297 w 4574113"/>
              <a:gd name="connsiteY7" fmla="*/ 3390890 h 3812472"/>
              <a:gd name="connsiteX8" fmla="*/ 2505559 w 4574113"/>
              <a:gd name="connsiteY8" fmla="*/ 3390890 h 3812472"/>
              <a:gd name="connsiteX9" fmla="*/ 2482907 w 4574113"/>
              <a:gd name="connsiteY9" fmla="*/ 3351884 h 3812472"/>
              <a:gd name="connsiteX10" fmla="*/ 2371959 w 4574113"/>
              <a:gd name="connsiteY10" fmla="*/ 3160822 h 3812472"/>
              <a:gd name="connsiteX11" fmla="*/ 2371959 w 4574113"/>
              <a:gd name="connsiteY11" fmla="*/ 3053878 h 3812472"/>
              <a:gd name="connsiteX12" fmla="*/ 2675654 w 4574113"/>
              <a:gd name="connsiteY12" fmla="*/ 2530895 h 3812472"/>
              <a:gd name="connsiteX13" fmla="*/ 2768595 w 4574113"/>
              <a:gd name="connsiteY13" fmla="*/ 2476119 h 3812472"/>
              <a:gd name="connsiteX14" fmla="*/ 3909778 w 4574113"/>
              <a:gd name="connsiteY14" fmla="*/ 676847 h 3812472"/>
              <a:gd name="connsiteX15" fmla="*/ 4305516 w 4574113"/>
              <a:gd name="connsiteY15" fmla="*/ 676847 h 3812472"/>
              <a:gd name="connsiteX16" fmla="*/ 4367056 w 4574113"/>
              <a:gd name="connsiteY16" fmla="*/ 712612 h 3812472"/>
              <a:gd name="connsiteX17" fmla="*/ 4564498 w 4574113"/>
              <a:gd name="connsiteY17" fmla="*/ 1054092 h 3812472"/>
              <a:gd name="connsiteX18" fmla="*/ 4564498 w 4574113"/>
              <a:gd name="connsiteY18" fmla="*/ 1123921 h 3812472"/>
              <a:gd name="connsiteX19" fmla="*/ 4367056 w 4574113"/>
              <a:gd name="connsiteY19" fmla="*/ 1465401 h 3812472"/>
              <a:gd name="connsiteX20" fmla="*/ 4305516 w 4574113"/>
              <a:gd name="connsiteY20" fmla="*/ 1501167 h 3812472"/>
              <a:gd name="connsiteX21" fmla="*/ 3909778 w 4574113"/>
              <a:gd name="connsiteY21" fmla="*/ 1501167 h 3812472"/>
              <a:gd name="connsiteX22" fmla="*/ 3849091 w 4574113"/>
              <a:gd name="connsiteY22" fmla="*/ 1465401 h 3812472"/>
              <a:gd name="connsiteX23" fmla="*/ 3650795 w 4574113"/>
              <a:gd name="connsiteY23" fmla="*/ 1123921 h 3812472"/>
              <a:gd name="connsiteX24" fmla="*/ 3650795 w 4574113"/>
              <a:gd name="connsiteY24" fmla="*/ 1054092 h 3812472"/>
              <a:gd name="connsiteX25" fmla="*/ 3849091 w 4574113"/>
              <a:gd name="connsiteY25" fmla="*/ 712612 h 3812472"/>
              <a:gd name="connsiteX26" fmla="*/ 3909778 w 4574113"/>
              <a:gd name="connsiteY26" fmla="*/ 676847 h 3812472"/>
              <a:gd name="connsiteX27" fmla="*/ 1104892 w 4574113"/>
              <a:gd name="connsiteY27" fmla="*/ 0 h 3812472"/>
              <a:gd name="connsiteX28" fmla="*/ 2732784 w 4574113"/>
              <a:gd name="connsiteY28" fmla="*/ 0 h 3812472"/>
              <a:gd name="connsiteX29" fmla="*/ 2985934 w 4574113"/>
              <a:gd name="connsiteY29" fmla="*/ 147125 h 3812472"/>
              <a:gd name="connsiteX30" fmla="*/ 3798122 w 4574113"/>
              <a:gd name="connsiteY30" fmla="*/ 1551823 h 3812472"/>
              <a:gd name="connsiteX31" fmla="*/ 3798122 w 4574113"/>
              <a:gd name="connsiteY31" fmla="*/ 1839068 h 3812472"/>
              <a:gd name="connsiteX32" fmla="*/ 3496551 w 4574113"/>
              <a:gd name="connsiteY32" fmla="*/ 2360642 h 3812472"/>
              <a:gd name="connsiteX33" fmla="*/ 3471135 w 4574113"/>
              <a:gd name="connsiteY33" fmla="*/ 2404597 h 3812472"/>
              <a:gd name="connsiteX34" fmla="*/ 3472029 w 4574113"/>
              <a:gd name="connsiteY34" fmla="*/ 2404972 h 3812472"/>
              <a:gd name="connsiteX35" fmla="*/ 3516881 w 4574113"/>
              <a:gd name="connsiteY35" fmla="*/ 2450209 h 3812472"/>
              <a:gd name="connsiteX36" fmla="*/ 3857970 w 4574113"/>
              <a:gd name="connsiteY36" fmla="*/ 3040131 h 3812472"/>
              <a:gd name="connsiteX37" fmla="*/ 3857970 w 4574113"/>
              <a:gd name="connsiteY37" fmla="*/ 3160764 h 3812472"/>
              <a:gd name="connsiteX38" fmla="*/ 3516881 w 4574113"/>
              <a:gd name="connsiteY38" fmla="*/ 3750684 h 3812472"/>
              <a:gd name="connsiteX39" fmla="*/ 3410567 w 4574113"/>
              <a:gd name="connsiteY39" fmla="*/ 3812472 h 3812472"/>
              <a:gd name="connsiteX40" fmla="*/ 2726911 w 4574113"/>
              <a:gd name="connsiteY40" fmla="*/ 3812472 h 3812472"/>
              <a:gd name="connsiteX41" fmla="*/ 2622074 w 4574113"/>
              <a:gd name="connsiteY41" fmla="*/ 3750684 h 3812472"/>
              <a:gd name="connsiteX42" fmla="*/ 2438330 w 4574113"/>
              <a:gd name="connsiteY42" fmla="*/ 3434265 h 3812472"/>
              <a:gd name="connsiteX43" fmla="*/ 2417573 w 4574113"/>
              <a:gd name="connsiteY43" fmla="*/ 3398519 h 3812472"/>
              <a:gd name="connsiteX44" fmla="*/ 2433905 w 4574113"/>
              <a:gd name="connsiteY44" fmla="*/ 3398519 h 3812472"/>
              <a:gd name="connsiteX45" fmla="*/ 2511101 w 4574113"/>
              <a:gd name="connsiteY45" fmla="*/ 3398519 h 3812472"/>
              <a:gd name="connsiteX46" fmla="*/ 2544636 w 4574113"/>
              <a:gd name="connsiteY46" fmla="*/ 3456269 h 3812472"/>
              <a:gd name="connsiteX47" fmla="*/ 2672757 w 4574113"/>
              <a:gd name="connsiteY47" fmla="*/ 3676902 h 3812472"/>
              <a:gd name="connsiteX48" fmla="*/ 2765699 w 4574113"/>
              <a:gd name="connsiteY48" fmla="*/ 3731679 h 3812472"/>
              <a:gd name="connsiteX49" fmla="*/ 3371780 w 4574113"/>
              <a:gd name="connsiteY49" fmla="*/ 3731679 h 3812472"/>
              <a:gd name="connsiteX50" fmla="*/ 3466029 w 4574113"/>
              <a:gd name="connsiteY50" fmla="*/ 3676902 h 3812472"/>
              <a:gd name="connsiteX51" fmla="*/ 3768415 w 4574113"/>
              <a:gd name="connsiteY51" fmla="*/ 3153920 h 3812472"/>
              <a:gd name="connsiteX52" fmla="*/ 3768415 w 4574113"/>
              <a:gd name="connsiteY52" fmla="*/ 3046975 h 3812472"/>
              <a:gd name="connsiteX53" fmla="*/ 3466029 w 4574113"/>
              <a:gd name="connsiteY53" fmla="*/ 2523992 h 3812472"/>
              <a:gd name="connsiteX54" fmla="*/ 3426268 w 4574113"/>
              <a:gd name="connsiteY54" fmla="*/ 2483888 h 3812472"/>
              <a:gd name="connsiteX55" fmla="*/ 3421667 w 4574113"/>
              <a:gd name="connsiteY55" fmla="*/ 2481960 h 3812472"/>
              <a:gd name="connsiteX56" fmla="*/ 3446331 w 4574113"/>
              <a:gd name="connsiteY56" fmla="*/ 2439303 h 3812472"/>
              <a:gd name="connsiteX57" fmla="*/ 3464674 w 4574113"/>
              <a:gd name="connsiteY57" fmla="*/ 2407578 h 3812472"/>
              <a:gd name="connsiteX58" fmla="*/ 3445649 w 4574113"/>
              <a:gd name="connsiteY58" fmla="*/ 2399601 h 3812472"/>
              <a:gd name="connsiteX59" fmla="*/ 3413464 w 4574113"/>
              <a:gd name="connsiteY59" fmla="*/ 2395325 h 3812472"/>
              <a:gd name="connsiteX60" fmla="*/ 2729808 w 4574113"/>
              <a:gd name="connsiteY60" fmla="*/ 2395325 h 3812472"/>
              <a:gd name="connsiteX61" fmla="*/ 2624971 w 4574113"/>
              <a:gd name="connsiteY61" fmla="*/ 2457112 h 3812472"/>
              <a:gd name="connsiteX62" fmla="*/ 2282405 w 4574113"/>
              <a:gd name="connsiteY62" fmla="*/ 3047034 h 3812472"/>
              <a:gd name="connsiteX63" fmla="*/ 2282405 w 4574113"/>
              <a:gd name="connsiteY63" fmla="*/ 3167666 h 3812472"/>
              <a:gd name="connsiteX64" fmla="*/ 2395478 w 4574113"/>
              <a:gd name="connsiteY64" fmla="*/ 3362386 h 3812472"/>
              <a:gd name="connsiteX65" fmla="*/ 2412031 w 4574113"/>
              <a:gd name="connsiteY65" fmla="*/ 3390890 h 3812472"/>
              <a:gd name="connsiteX66" fmla="*/ 2335350 w 4574113"/>
              <a:gd name="connsiteY66" fmla="*/ 3390890 h 3812472"/>
              <a:gd name="connsiteX67" fmla="*/ 1104892 w 4574113"/>
              <a:gd name="connsiteY67" fmla="*/ 3390890 h 3812472"/>
              <a:gd name="connsiteX68" fmla="*/ 855258 w 4574113"/>
              <a:gd name="connsiteY68" fmla="*/ 3243764 h 3812472"/>
              <a:gd name="connsiteX69" fmla="*/ 39555 w 4574113"/>
              <a:gd name="connsiteY69" fmla="*/ 1839068 h 3812472"/>
              <a:gd name="connsiteX70" fmla="*/ 39555 w 4574113"/>
              <a:gd name="connsiteY70" fmla="*/ 1551823 h 3812472"/>
              <a:gd name="connsiteX71" fmla="*/ 855258 w 4574113"/>
              <a:gd name="connsiteY71" fmla="*/ 147125 h 3812472"/>
              <a:gd name="connsiteX72" fmla="*/ 1104892 w 4574113"/>
              <a:gd name="connsiteY72" fmla="*/ 0 h 381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4574113" h="3812472">
                <a:moveTo>
                  <a:pt x="2768595" y="2476119"/>
                </a:moveTo>
                <a:cubicBezTo>
                  <a:pt x="2768595" y="2476119"/>
                  <a:pt x="2768595" y="2476119"/>
                  <a:pt x="3374676" y="2476119"/>
                </a:cubicBezTo>
                <a:cubicBezTo>
                  <a:pt x="3384493" y="2476119"/>
                  <a:pt x="3394066" y="2477423"/>
                  <a:pt x="3403209" y="2479909"/>
                </a:cubicBezTo>
                <a:lnTo>
                  <a:pt x="3422833" y="2488137"/>
                </a:lnTo>
                <a:lnTo>
                  <a:pt x="3410840" y="2508879"/>
                </a:lnTo>
                <a:cubicBezTo>
                  <a:pt x="3302401" y="2696426"/>
                  <a:pt x="3163600" y="2936487"/>
                  <a:pt x="2985934" y="3243764"/>
                </a:cubicBezTo>
                <a:cubicBezTo>
                  <a:pt x="2933195" y="3334842"/>
                  <a:pt x="2838263" y="3390890"/>
                  <a:pt x="2732784" y="3390890"/>
                </a:cubicBezTo>
                <a:cubicBezTo>
                  <a:pt x="2732784" y="3390890"/>
                  <a:pt x="2732784" y="3390890"/>
                  <a:pt x="2529297" y="3390890"/>
                </a:cubicBezTo>
                <a:lnTo>
                  <a:pt x="2505559" y="3390890"/>
                </a:lnTo>
                <a:lnTo>
                  <a:pt x="2482907" y="3351884"/>
                </a:lnTo>
                <a:cubicBezTo>
                  <a:pt x="2451367" y="3297569"/>
                  <a:pt x="2414666" y="3234367"/>
                  <a:pt x="2371959" y="3160822"/>
                </a:cubicBezTo>
                <a:cubicBezTo>
                  <a:pt x="2352324" y="3128217"/>
                  <a:pt x="2352324" y="3086483"/>
                  <a:pt x="2371959" y="3053878"/>
                </a:cubicBezTo>
                <a:cubicBezTo>
                  <a:pt x="2371959" y="3053878"/>
                  <a:pt x="2371959" y="3053878"/>
                  <a:pt x="2675654" y="2530895"/>
                </a:cubicBezTo>
                <a:cubicBezTo>
                  <a:pt x="2693981" y="2496986"/>
                  <a:pt x="2730633" y="2476119"/>
                  <a:pt x="2768595" y="2476119"/>
                </a:cubicBezTo>
                <a:close/>
                <a:moveTo>
                  <a:pt x="3909778" y="676847"/>
                </a:moveTo>
                <a:cubicBezTo>
                  <a:pt x="3909778" y="676847"/>
                  <a:pt x="3909778" y="676847"/>
                  <a:pt x="4305516" y="676847"/>
                </a:cubicBezTo>
                <a:cubicBezTo>
                  <a:pt x="4331158" y="676847"/>
                  <a:pt x="4354235" y="690472"/>
                  <a:pt x="4367056" y="712612"/>
                </a:cubicBezTo>
                <a:cubicBezTo>
                  <a:pt x="4367056" y="712612"/>
                  <a:pt x="4367056" y="712612"/>
                  <a:pt x="4564498" y="1054092"/>
                </a:cubicBezTo>
                <a:cubicBezTo>
                  <a:pt x="4577319" y="1075382"/>
                  <a:pt x="4577319" y="1102632"/>
                  <a:pt x="4564498" y="1123921"/>
                </a:cubicBezTo>
                <a:cubicBezTo>
                  <a:pt x="4564498" y="1123921"/>
                  <a:pt x="4564498" y="1123921"/>
                  <a:pt x="4367056" y="1465401"/>
                </a:cubicBezTo>
                <a:cubicBezTo>
                  <a:pt x="4354235" y="1487542"/>
                  <a:pt x="4331158" y="1501167"/>
                  <a:pt x="4305516" y="1501167"/>
                </a:cubicBezTo>
                <a:cubicBezTo>
                  <a:pt x="4305516" y="1501167"/>
                  <a:pt x="4305516" y="1501167"/>
                  <a:pt x="3909778" y="1501167"/>
                </a:cubicBezTo>
                <a:cubicBezTo>
                  <a:pt x="3884990" y="1501167"/>
                  <a:pt x="3861058" y="1487542"/>
                  <a:pt x="3849091" y="1465401"/>
                </a:cubicBezTo>
                <a:cubicBezTo>
                  <a:pt x="3849091" y="1465401"/>
                  <a:pt x="3849091" y="1465401"/>
                  <a:pt x="3650795" y="1123921"/>
                </a:cubicBezTo>
                <a:cubicBezTo>
                  <a:pt x="3637974" y="1102632"/>
                  <a:pt x="3637974" y="1075382"/>
                  <a:pt x="3650795" y="1054092"/>
                </a:cubicBezTo>
                <a:cubicBezTo>
                  <a:pt x="3650795" y="1054092"/>
                  <a:pt x="3650795" y="1054092"/>
                  <a:pt x="3849091" y="712612"/>
                </a:cubicBezTo>
                <a:cubicBezTo>
                  <a:pt x="3861058" y="690472"/>
                  <a:pt x="3884990" y="676847"/>
                  <a:pt x="3909778" y="676847"/>
                </a:cubicBezTo>
                <a:close/>
                <a:moveTo>
                  <a:pt x="1104892" y="0"/>
                </a:moveTo>
                <a:cubicBezTo>
                  <a:pt x="1104892" y="0"/>
                  <a:pt x="1104892" y="0"/>
                  <a:pt x="2732784" y="0"/>
                </a:cubicBezTo>
                <a:cubicBezTo>
                  <a:pt x="2838263" y="0"/>
                  <a:pt x="2933195" y="56047"/>
                  <a:pt x="2985934" y="147125"/>
                </a:cubicBezTo>
                <a:cubicBezTo>
                  <a:pt x="2985934" y="147125"/>
                  <a:pt x="2985934" y="147125"/>
                  <a:pt x="3798122" y="1551823"/>
                </a:cubicBezTo>
                <a:cubicBezTo>
                  <a:pt x="3850862" y="1639397"/>
                  <a:pt x="3850862" y="1751493"/>
                  <a:pt x="3798122" y="1839068"/>
                </a:cubicBezTo>
                <a:cubicBezTo>
                  <a:pt x="3798122" y="1839068"/>
                  <a:pt x="3798122" y="1839068"/>
                  <a:pt x="3496551" y="2360642"/>
                </a:cubicBezTo>
                <a:lnTo>
                  <a:pt x="3471135" y="2404597"/>
                </a:lnTo>
                <a:lnTo>
                  <a:pt x="3472029" y="2404972"/>
                </a:lnTo>
                <a:cubicBezTo>
                  <a:pt x="3490302" y="2415638"/>
                  <a:pt x="3505806" y="2431084"/>
                  <a:pt x="3516881" y="2450209"/>
                </a:cubicBezTo>
                <a:cubicBezTo>
                  <a:pt x="3516881" y="2450209"/>
                  <a:pt x="3516881" y="2450209"/>
                  <a:pt x="3857970" y="3040131"/>
                </a:cubicBezTo>
                <a:cubicBezTo>
                  <a:pt x="3880120" y="3076909"/>
                  <a:pt x="3880120" y="3123985"/>
                  <a:pt x="3857970" y="3160764"/>
                </a:cubicBezTo>
                <a:cubicBezTo>
                  <a:pt x="3857970" y="3160764"/>
                  <a:pt x="3857970" y="3160764"/>
                  <a:pt x="3516881" y="3750684"/>
                </a:cubicBezTo>
                <a:cubicBezTo>
                  <a:pt x="3494732" y="3788933"/>
                  <a:pt x="3454864" y="3812472"/>
                  <a:pt x="3410567" y="3812472"/>
                </a:cubicBezTo>
                <a:cubicBezTo>
                  <a:pt x="3410567" y="3812472"/>
                  <a:pt x="3410567" y="3812472"/>
                  <a:pt x="2726911" y="3812472"/>
                </a:cubicBezTo>
                <a:cubicBezTo>
                  <a:pt x="2684090" y="3812472"/>
                  <a:pt x="2642747" y="3788933"/>
                  <a:pt x="2622074" y="3750684"/>
                </a:cubicBezTo>
                <a:cubicBezTo>
                  <a:pt x="2622074" y="3750684"/>
                  <a:pt x="2622074" y="3750684"/>
                  <a:pt x="2438330" y="3434265"/>
                </a:cubicBezTo>
                <a:lnTo>
                  <a:pt x="2417573" y="3398519"/>
                </a:lnTo>
                <a:lnTo>
                  <a:pt x="2433905" y="3398519"/>
                </a:lnTo>
                <a:lnTo>
                  <a:pt x="2511101" y="3398519"/>
                </a:lnTo>
                <a:lnTo>
                  <a:pt x="2544636" y="3456269"/>
                </a:lnTo>
                <a:cubicBezTo>
                  <a:pt x="2672757" y="3676902"/>
                  <a:pt x="2672757" y="3676902"/>
                  <a:pt x="2672757" y="3676902"/>
                </a:cubicBezTo>
                <a:cubicBezTo>
                  <a:pt x="2691084" y="3710811"/>
                  <a:pt x="2727737" y="3731679"/>
                  <a:pt x="2765699" y="3731679"/>
                </a:cubicBezTo>
                <a:cubicBezTo>
                  <a:pt x="3371780" y="3731679"/>
                  <a:pt x="3371780" y="3731679"/>
                  <a:pt x="3371780" y="3731679"/>
                </a:cubicBezTo>
                <a:cubicBezTo>
                  <a:pt x="3411050" y="3731679"/>
                  <a:pt x="3446394" y="3710811"/>
                  <a:pt x="3466029" y="3676902"/>
                </a:cubicBezTo>
                <a:cubicBezTo>
                  <a:pt x="3768415" y="3153920"/>
                  <a:pt x="3768415" y="3153920"/>
                  <a:pt x="3768415" y="3153920"/>
                </a:cubicBezTo>
                <a:cubicBezTo>
                  <a:pt x="3788051" y="3121314"/>
                  <a:pt x="3788051" y="3079580"/>
                  <a:pt x="3768415" y="3046975"/>
                </a:cubicBezTo>
                <a:cubicBezTo>
                  <a:pt x="3466029" y="2523992"/>
                  <a:pt x="3466029" y="2523992"/>
                  <a:pt x="3466029" y="2523992"/>
                </a:cubicBezTo>
                <a:cubicBezTo>
                  <a:pt x="3456211" y="2507037"/>
                  <a:pt x="3442467" y="2493343"/>
                  <a:pt x="3426268" y="2483888"/>
                </a:cubicBezTo>
                <a:lnTo>
                  <a:pt x="3421667" y="2481960"/>
                </a:lnTo>
                <a:lnTo>
                  <a:pt x="3446331" y="2439303"/>
                </a:lnTo>
                <a:lnTo>
                  <a:pt x="3464674" y="2407578"/>
                </a:lnTo>
                <a:lnTo>
                  <a:pt x="3445649" y="2399601"/>
                </a:lnTo>
                <a:cubicBezTo>
                  <a:pt x="3435335" y="2396796"/>
                  <a:pt x="3424538" y="2395325"/>
                  <a:pt x="3413464" y="2395325"/>
                </a:cubicBezTo>
                <a:cubicBezTo>
                  <a:pt x="2729808" y="2395325"/>
                  <a:pt x="2729808" y="2395325"/>
                  <a:pt x="2729808" y="2395325"/>
                </a:cubicBezTo>
                <a:cubicBezTo>
                  <a:pt x="2686987" y="2395325"/>
                  <a:pt x="2645644" y="2418863"/>
                  <a:pt x="2624971" y="2457112"/>
                </a:cubicBezTo>
                <a:cubicBezTo>
                  <a:pt x="2282405" y="3047034"/>
                  <a:pt x="2282405" y="3047034"/>
                  <a:pt x="2282405" y="3047034"/>
                </a:cubicBezTo>
                <a:cubicBezTo>
                  <a:pt x="2260256" y="3083811"/>
                  <a:pt x="2260256" y="3130887"/>
                  <a:pt x="2282405" y="3167666"/>
                </a:cubicBezTo>
                <a:cubicBezTo>
                  <a:pt x="2325225" y="3241406"/>
                  <a:pt x="2362693" y="3305929"/>
                  <a:pt x="2395478" y="3362386"/>
                </a:cubicBezTo>
                <a:lnTo>
                  <a:pt x="2412031" y="3390890"/>
                </a:lnTo>
                <a:lnTo>
                  <a:pt x="2335350" y="3390890"/>
                </a:lnTo>
                <a:cubicBezTo>
                  <a:pt x="2096889" y="3390890"/>
                  <a:pt x="1715352" y="3390890"/>
                  <a:pt x="1104892" y="3390890"/>
                </a:cubicBezTo>
                <a:cubicBezTo>
                  <a:pt x="1002929" y="3390890"/>
                  <a:pt x="904482" y="3334842"/>
                  <a:pt x="855258" y="3243764"/>
                </a:cubicBezTo>
                <a:cubicBezTo>
                  <a:pt x="855258" y="3243764"/>
                  <a:pt x="855258" y="3243764"/>
                  <a:pt x="39555" y="1839068"/>
                </a:cubicBezTo>
                <a:cubicBezTo>
                  <a:pt x="-13185" y="1751493"/>
                  <a:pt x="-13185" y="1639397"/>
                  <a:pt x="39555" y="1551823"/>
                </a:cubicBezTo>
                <a:cubicBezTo>
                  <a:pt x="39555" y="1551823"/>
                  <a:pt x="39555" y="1551823"/>
                  <a:pt x="855258" y="147125"/>
                </a:cubicBezTo>
                <a:cubicBezTo>
                  <a:pt x="904482" y="56047"/>
                  <a:pt x="1002929" y="0"/>
                  <a:pt x="1104892"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7D722B9-8976-587C-D05C-CEC1869CB9D5}"/>
              </a:ext>
            </a:extLst>
          </p:cNvPr>
          <p:cNvSpPr>
            <a:spLocks noGrp="1"/>
          </p:cNvSpPr>
          <p:nvPr>
            <p:ph idx="1"/>
          </p:nvPr>
        </p:nvSpPr>
        <p:spPr>
          <a:xfrm>
            <a:off x="6209382" y="2096162"/>
            <a:ext cx="3894161" cy="2657858"/>
          </a:xfrm>
        </p:spPr>
        <p:txBody>
          <a:bodyPr anchor="ctr">
            <a:normAutofit/>
          </a:bodyPr>
          <a:lstStyle/>
          <a:p>
            <a:pPr marL="0" indent="0">
              <a:buNone/>
            </a:pPr>
            <a:r>
              <a:rPr lang="en-IN" sz="2000" dirty="0">
                <a:solidFill>
                  <a:schemeClr val="bg1"/>
                </a:solidFill>
              </a:rPr>
              <a:t>Developing a lighting and ventilation system which works automatically according to the user preference data which are collected from the usage of fan and light by the particular user.</a:t>
            </a:r>
            <a:endParaRPr lang="en-GB" sz="2000" dirty="0">
              <a:solidFill>
                <a:schemeClr val="bg1"/>
              </a:solidFill>
            </a:endParaRPr>
          </a:p>
        </p:txBody>
      </p:sp>
    </p:spTree>
    <p:extLst>
      <p:ext uri="{BB962C8B-B14F-4D97-AF65-F5344CB8AC3E}">
        <p14:creationId xmlns:p14="http://schemas.microsoft.com/office/powerpoint/2010/main" val="1034549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C86B-D228-8EC0-990D-C45919DC0F1E}"/>
              </a:ext>
            </a:extLst>
          </p:cNvPr>
          <p:cNvSpPr>
            <a:spLocks noGrp="1"/>
          </p:cNvSpPr>
          <p:nvPr>
            <p:ph type="title"/>
          </p:nvPr>
        </p:nvSpPr>
        <p:spPr/>
        <p:txBody>
          <a:bodyPr/>
          <a:lstStyle/>
          <a:p>
            <a:r>
              <a:rPr lang="en-IN" dirty="0"/>
              <a:t>SCOPE</a:t>
            </a:r>
            <a:endParaRPr lang="en-GB" dirty="0"/>
          </a:p>
        </p:txBody>
      </p:sp>
      <p:graphicFrame>
        <p:nvGraphicFramePr>
          <p:cNvPr id="5" name="Content Placeholder 2">
            <a:extLst>
              <a:ext uri="{FF2B5EF4-FFF2-40B4-BE49-F238E27FC236}">
                <a16:creationId xmlns:a16="http://schemas.microsoft.com/office/drawing/2014/main" id="{F779AF2D-7A6C-F650-F6D0-09E7BDE5A72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0193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lourful printed pages">
            <a:extLst>
              <a:ext uri="{FF2B5EF4-FFF2-40B4-BE49-F238E27FC236}">
                <a16:creationId xmlns:a16="http://schemas.microsoft.com/office/drawing/2014/main" id="{60C5F991-0E45-7F6F-9456-8AF9AF6106D0}"/>
              </a:ext>
            </a:extLst>
          </p:cNvPr>
          <p:cNvPicPr>
            <a:picLocks noChangeAspect="1"/>
          </p:cNvPicPr>
          <p:nvPr/>
        </p:nvPicPr>
        <p:blipFill rotWithShape="1">
          <a:blip r:embed="rId2"/>
          <a:srcRect l="15628" r="-1" b="-1"/>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E6344519-5E98-DE20-5AD5-901E32A8BAA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LITERATURE SURVEY</a:t>
            </a:r>
          </a:p>
        </p:txBody>
      </p:sp>
    </p:spTree>
    <p:extLst>
      <p:ext uri="{BB962C8B-B14F-4D97-AF65-F5344CB8AC3E}">
        <p14:creationId xmlns:p14="http://schemas.microsoft.com/office/powerpoint/2010/main" val="1456788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4D6F-F02C-ACBE-1F0F-2C5E3E477A6C}"/>
              </a:ext>
            </a:extLst>
          </p:cNvPr>
          <p:cNvSpPr>
            <a:spLocks noGrp="1"/>
          </p:cNvSpPr>
          <p:nvPr>
            <p:ph type="title"/>
          </p:nvPr>
        </p:nvSpPr>
        <p:spPr>
          <a:xfrm>
            <a:off x="838200" y="346076"/>
            <a:ext cx="10515600" cy="768350"/>
          </a:xfrm>
        </p:spPr>
        <p:txBody>
          <a:bodyPr/>
          <a:lstStyle/>
          <a:p>
            <a:r>
              <a:rPr lang="en-IN" dirty="0"/>
              <a:t>Comparison of Literatures</a:t>
            </a:r>
            <a:endParaRPr lang="en-GB" dirty="0"/>
          </a:p>
        </p:txBody>
      </p:sp>
      <p:graphicFrame>
        <p:nvGraphicFramePr>
          <p:cNvPr id="4" name="Content Placeholder 3">
            <a:extLst>
              <a:ext uri="{FF2B5EF4-FFF2-40B4-BE49-F238E27FC236}">
                <a16:creationId xmlns:a16="http://schemas.microsoft.com/office/drawing/2014/main" id="{7732A529-A8CB-1AB9-8960-B0E240BF4E08}"/>
              </a:ext>
            </a:extLst>
          </p:cNvPr>
          <p:cNvGraphicFramePr>
            <a:graphicFrameLocks noGrp="1"/>
          </p:cNvGraphicFramePr>
          <p:nvPr>
            <p:ph idx="1"/>
            <p:extLst>
              <p:ext uri="{D42A27DB-BD31-4B8C-83A1-F6EECF244321}">
                <p14:modId xmlns:p14="http://schemas.microsoft.com/office/powerpoint/2010/main" val="1196995968"/>
              </p:ext>
            </p:extLst>
          </p:nvPr>
        </p:nvGraphicFramePr>
        <p:xfrm>
          <a:off x="361950" y="1038225"/>
          <a:ext cx="11468100" cy="5372100"/>
        </p:xfrm>
        <a:graphic>
          <a:graphicData uri="http://schemas.openxmlformats.org/drawingml/2006/table">
            <a:tbl>
              <a:tblPr firstRow="1" firstCol="1" bandRow="1">
                <a:tableStyleId>{5C22544A-7EE6-4342-B048-85BDC9FD1C3A}</a:tableStyleId>
              </a:tblPr>
              <a:tblGrid>
                <a:gridCol w="2293620">
                  <a:extLst>
                    <a:ext uri="{9D8B030D-6E8A-4147-A177-3AD203B41FA5}">
                      <a16:colId xmlns:a16="http://schemas.microsoft.com/office/drawing/2014/main" val="263014731"/>
                    </a:ext>
                  </a:extLst>
                </a:gridCol>
                <a:gridCol w="821055">
                  <a:extLst>
                    <a:ext uri="{9D8B030D-6E8A-4147-A177-3AD203B41FA5}">
                      <a16:colId xmlns:a16="http://schemas.microsoft.com/office/drawing/2014/main" val="853935623"/>
                    </a:ext>
                  </a:extLst>
                </a:gridCol>
                <a:gridCol w="1219200">
                  <a:extLst>
                    <a:ext uri="{9D8B030D-6E8A-4147-A177-3AD203B41FA5}">
                      <a16:colId xmlns:a16="http://schemas.microsoft.com/office/drawing/2014/main" val="1583517070"/>
                    </a:ext>
                  </a:extLst>
                </a:gridCol>
                <a:gridCol w="1752600">
                  <a:extLst>
                    <a:ext uri="{9D8B030D-6E8A-4147-A177-3AD203B41FA5}">
                      <a16:colId xmlns:a16="http://schemas.microsoft.com/office/drawing/2014/main" val="125158773"/>
                    </a:ext>
                  </a:extLst>
                </a:gridCol>
                <a:gridCol w="5381625">
                  <a:extLst>
                    <a:ext uri="{9D8B030D-6E8A-4147-A177-3AD203B41FA5}">
                      <a16:colId xmlns:a16="http://schemas.microsoft.com/office/drawing/2014/main" val="119456771"/>
                    </a:ext>
                  </a:extLst>
                </a:gridCol>
              </a:tblGrid>
              <a:tr h="279276">
                <a:tc>
                  <a:txBody>
                    <a:bodyPr/>
                    <a:lstStyle/>
                    <a:p>
                      <a:pPr algn="l">
                        <a:lnSpc>
                          <a:spcPct val="107000"/>
                        </a:lnSpc>
                        <a:spcBef>
                          <a:spcPts val="2400"/>
                        </a:spcBef>
                        <a:spcAft>
                          <a:spcPts val="2400"/>
                        </a:spcAft>
                      </a:pPr>
                      <a:r>
                        <a:rPr lang="en-GB" sz="1600" kern="0">
                          <a:effectLst/>
                        </a:rPr>
                        <a:t>Paper Title</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Year</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Methodology</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Devices Used</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dirty="0">
                          <a:effectLst/>
                        </a:rPr>
                        <a:t>Main Contributions</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extLst>
                  <a:ext uri="{0D108BD9-81ED-4DB2-BD59-A6C34878D82A}">
                    <a16:rowId xmlns:a16="http://schemas.microsoft.com/office/drawing/2014/main" val="3564322691"/>
                  </a:ext>
                </a:extLst>
              </a:tr>
              <a:tr h="1413941">
                <a:tc>
                  <a:txBody>
                    <a:bodyPr/>
                    <a:lstStyle/>
                    <a:p>
                      <a:pPr algn="l">
                        <a:lnSpc>
                          <a:spcPct val="107000"/>
                        </a:lnSpc>
                        <a:spcBef>
                          <a:spcPts val="2400"/>
                        </a:spcBef>
                        <a:spcAft>
                          <a:spcPts val="2400"/>
                        </a:spcAft>
                      </a:pPr>
                      <a:r>
                        <a:rPr lang="en-GB" sz="1600" kern="0" dirty="0">
                          <a:effectLst/>
                        </a:rPr>
                        <a:t>Low-cost automation system for smart houses based on PIC microcontrollers</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2020</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Experimental</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PIC microcontrollers, relays, Wi-Fi module, Android app</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dirty="0">
                          <a:effectLst/>
                        </a:rPr>
                        <a:t>Developed a low-cost automation system for smart houses using PIC microcontrollers. The system allows users to control home appliances remotely and receive real-time status updates.</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extLst>
                  <a:ext uri="{0D108BD9-81ED-4DB2-BD59-A6C34878D82A}">
                    <a16:rowId xmlns:a16="http://schemas.microsoft.com/office/drawing/2014/main" val="2842368499"/>
                  </a:ext>
                </a:extLst>
              </a:tr>
              <a:tr h="1697609">
                <a:tc>
                  <a:txBody>
                    <a:bodyPr/>
                    <a:lstStyle/>
                    <a:p>
                      <a:pPr algn="l">
                        <a:lnSpc>
                          <a:spcPct val="107000"/>
                        </a:lnSpc>
                        <a:spcBef>
                          <a:spcPts val="2400"/>
                        </a:spcBef>
                        <a:spcAft>
                          <a:spcPts val="2400"/>
                        </a:spcAft>
                      </a:pPr>
                      <a:r>
                        <a:rPr lang="en-GB" sz="1600" kern="0" dirty="0">
                          <a:effectLst/>
                        </a:rPr>
                        <a:t>IoT based smart street light management system</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dirty="0">
                          <a:effectLst/>
                        </a:rPr>
                        <a:t>2017</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dirty="0">
                          <a:effectLst/>
                        </a:rPr>
                        <a:t>Experimental</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Sensors, microcontroller, Wi-Fi module</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Developed an IoT based system for managing smart street lights that is efficient, reliable, and cost-effective. The system uses sensors to detect vehicle movement and adjust the brightness of the street lights accordingly.</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extLst>
                  <a:ext uri="{0D108BD9-81ED-4DB2-BD59-A6C34878D82A}">
                    <a16:rowId xmlns:a16="http://schemas.microsoft.com/office/drawing/2014/main" val="2522031258"/>
                  </a:ext>
                </a:extLst>
              </a:tr>
              <a:tr h="1981274">
                <a:tc>
                  <a:txBody>
                    <a:bodyPr/>
                    <a:lstStyle/>
                    <a:p>
                      <a:pPr algn="l">
                        <a:lnSpc>
                          <a:spcPct val="107000"/>
                        </a:lnSpc>
                        <a:spcBef>
                          <a:spcPts val="2400"/>
                        </a:spcBef>
                        <a:spcAft>
                          <a:spcPts val="2400"/>
                        </a:spcAft>
                      </a:pPr>
                      <a:r>
                        <a:rPr lang="en-GB" sz="1600" kern="0">
                          <a:effectLst/>
                        </a:rPr>
                        <a:t>Smart home automation using machine learning algorithms</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dirty="0">
                          <a:effectLst/>
                        </a:rPr>
                        <a:t>2020</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Experimental</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a:effectLst/>
                        </a:rPr>
                        <a:t>Raspberry Pi, sensors, machine learning algorithms</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gn="l">
                        <a:lnSpc>
                          <a:spcPct val="107000"/>
                        </a:lnSpc>
                        <a:spcBef>
                          <a:spcPts val="2400"/>
                        </a:spcBef>
                        <a:spcAft>
                          <a:spcPts val="2400"/>
                        </a:spcAft>
                      </a:pPr>
                      <a:r>
                        <a:rPr lang="en-GB" sz="1600" kern="0" dirty="0">
                          <a:effectLst/>
                        </a:rPr>
                        <a:t>Designed a smart home automation system that utilizes machine learning algorithms for personalized services. The system learns user </a:t>
                      </a:r>
                      <a:r>
                        <a:rPr lang="en-GB" sz="1600" kern="0" dirty="0" err="1">
                          <a:effectLst/>
                        </a:rPr>
                        <a:t>behavior</a:t>
                      </a:r>
                      <a:r>
                        <a:rPr lang="en-GB" sz="1600" kern="0" dirty="0">
                          <a:effectLst/>
                        </a:rPr>
                        <a:t> and adapts to their preferences, automatically adjusting home appliances to optimize energy consumption and improve comfort.</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extLst>
                  <a:ext uri="{0D108BD9-81ED-4DB2-BD59-A6C34878D82A}">
                    <a16:rowId xmlns:a16="http://schemas.microsoft.com/office/drawing/2014/main" val="3994353799"/>
                  </a:ext>
                </a:extLst>
              </a:tr>
            </a:tbl>
          </a:graphicData>
        </a:graphic>
      </p:graphicFrame>
      <p:sp>
        <p:nvSpPr>
          <p:cNvPr id="5" name="Rectangle 1">
            <a:extLst>
              <a:ext uri="{FF2B5EF4-FFF2-40B4-BE49-F238E27FC236}">
                <a16:creationId xmlns:a16="http://schemas.microsoft.com/office/drawing/2014/main" id="{602095E4-235C-FAFD-8FEE-C213E8D045FB}"/>
              </a:ext>
            </a:extLst>
          </p:cNvPr>
          <p:cNvSpPr>
            <a:spLocks noChangeArrowheads="1"/>
          </p:cNvSpPr>
          <p:nvPr/>
        </p:nvSpPr>
        <p:spPr bwMode="auto">
          <a:xfrm>
            <a:off x="-41303022" y="0"/>
            <a:ext cx="9495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352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66E4389-EEEB-D5D9-2D62-7F5292C528EF}"/>
              </a:ext>
            </a:extLst>
          </p:cNvPr>
          <p:cNvGraphicFramePr>
            <a:graphicFrameLocks noGrp="1"/>
          </p:cNvGraphicFramePr>
          <p:nvPr>
            <p:ph idx="1"/>
            <p:extLst>
              <p:ext uri="{D42A27DB-BD31-4B8C-83A1-F6EECF244321}">
                <p14:modId xmlns:p14="http://schemas.microsoft.com/office/powerpoint/2010/main" val="1799992825"/>
              </p:ext>
            </p:extLst>
          </p:nvPr>
        </p:nvGraphicFramePr>
        <p:xfrm>
          <a:off x="297025" y="401217"/>
          <a:ext cx="11426216" cy="6139543"/>
        </p:xfrm>
        <a:graphic>
          <a:graphicData uri="http://schemas.openxmlformats.org/drawingml/2006/table">
            <a:tbl>
              <a:tblPr firstRow="1" firstCol="1" bandRow="1">
                <a:solidFill>
                  <a:schemeClr val="bg2"/>
                </a:solidFill>
                <a:tableStyleId>{5C22544A-7EE6-4342-B048-85BDC9FD1C3A}</a:tableStyleId>
              </a:tblPr>
              <a:tblGrid>
                <a:gridCol w="2319590">
                  <a:extLst>
                    <a:ext uri="{9D8B030D-6E8A-4147-A177-3AD203B41FA5}">
                      <a16:colId xmlns:a16="http://schemas.microsoft.com/office/drawing/2014/main" val="3268787847"/>
                    </a:ext>
                  </a:extLst>
                </a:gridCol>
                <a:gridCol w="520908">
                  <a:extLst>
                    <a:ext uri="{9D8B030D-6E8A-4147-A177-3AD203B41FA5}">
                      <a16:colId xmlns:a16="http://schemas.microsoft.com/office/drawing/2014/main" val="1975202594"/>
                    </a:ext>
                  </a:extLst>
                </a:gridCol>
                <a:gridCol w="1474237">
                  <a:extLst>
                    <a:ext uri="{9D8B030D-6E8A-4147-A177-3AD203B41FA5}">
                      <a16:colId xmlns:a16="http://schemas.microsoft.com/office/drawing/2014/main" val="1663520637"/>
                    </a:ext>
                  </a:extLst>
                </a:gridCol>
                <a:gridCol w="2360645">
                  <a:extLst>
                    <a:ext uri="{9D8B030D-6E8A-4147-A177-3AD203B41FA5}">
                      <a16:colId xmlns:a16="http://schemas.microsoft.com/office/drawing/2014/main" val="1226190390"/>
                    </a:ext>
                  </a:extLst>
                </a:gridCol>
                <a:gridCol w="4750836">
                  <a:extLst>
                    <a:ext uri="{9D8B030D-6E8A-4147-A177-3AD203B41FA5}">
                      <a16:colId xmlns:a16="http://schemas.microsoft.com/office/drawing/2014/main" val="625172718"/>
                    </a:ext>
                  </a:extLst>
                </a:gridCol>
              </a:tblGrid>
              <a:tr h="259295">
                <a:tc>
                  <a:txBody>
                    <a:bodyPr/>
                    <a:lstStyle/>
                    <a:p>
                      <a:pPr algn="l">
                        <a:lnSpc>
                          <a:spcPct val="107000"/>
                        </a:lnSpc>
                        <a:spcBef>
                          <a:spcPts val="2400"/>
                        </a:spcBef>
                        <a:spcAft>
                          <a:spcPts val="2400"/>
                        </a:spcAft>
                      </a:pPr>
                      <a:r>
                        <a:rPr lang="en-GB" sz="1600" kern="0">
                          <a:effectLst/>
                        </a:rPr>
                        <a:t>Paper Title</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chemeClr val="accent1"/>
                    </a:solidFill>
                  </a:tcPr>
                </a:tc>
                <a:tc>
                  <a:txBody>
                    <a:bodyPr/>
                    <a:lstStyle/>
                    <a:p>
                      <a:pPr algn="l">
                        <a:lnSpc>
                          <a:spcPct val="107000"/>
                        </a:lnSpc>
                        <a:spcBef>
                          <a:spcPts val="2400"/>
                        </a:spcBef>
                        <a:spcAft>
                          <a:spcPts val="2400"/>
                        </a:spcAft>
                      </a:pPr>
                      <a:r>
                        <a:rPr lang="en-GB" sz="1600" kern="0">
                          <a:effectLst/>
                        </a:rPr>
                        <a:t>Year</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chemeClr val="accent1"/>
                    </a:solidFill>
                  </a:tcPr>
                </a:tc>
                <a:tc>
                  <a:txBody>
                    <a:bodyPr/>
                    <a:lstStyle/>
                    <a:p>
                      <a:pPr algn="l">
                        <a:lnSpc>
                          <a:spcPct val="107000"/>
                        </a:lnSpc>
                        <a:spcBef>
                          <a:spcPts val="2400"/>
                        </a:spcBef>
                        <a:spcAft>
                          <a:spcPts val="2400"/>
                        </a:spcAft>
                      </a:pPr>
                      <a:r>
                        <a:rPr lang="en-GB" sz="1600" kern="0">
                          <a:effectLst/>
                        </a:rPr>
                        <a:t>Methodology</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chemeClr val="accent1"/>
                    </a:solidFill>
                  </a:tcPr>
                </a:tc>
                <a:tc>
                  <a:txBody>
                    <a:bodyPr/>
                    <a:lstStyle/>
                    <a:p>
                      <a:pPr algn="l">
                        <a:lnSpc>
                          <a:spcPct val="107000"/>
                        </a:lnSpc>
                        <a:spcBef>
                          <a:spcPts val="2400"/>
                        </a:spcBef>
                        <a:spcAft>
                          <a:spcPts val="2400"/>
                        </a:spcAft>
                      </a:pPr>
                      <a:r>
                        <a:rPr lang="en-GB" sz="1600" kern="0">
                          <a:effectLst/>
                        </a:rPr>
                        <a:t>Devices Used</a:t>
                      </a:r>
                      <a:endParaRPr lang="en-GB" sz="16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chemeClr val="accent1"/>
                    </a:solidFill>
                  </a:tcPr>
                </a:tc>
                <a:tc>
                  <a:txBody>
                    <a:bodyPr/>
                    <a:lstStyle/>
                    <a:p>
                      <a:pPr algn="l">
                        <a:lnSpc>
                          <a:spcPct val="107000"/>
                        </a:lnSpc>
                        <a:spcBef>
                          <a:spcPts val="2400"/>
                        </a:spcBef>
                        <a:spcAft>
                          <a:spcPts val="2400"/>
                        </a:spcAft>
                      </a:pPr>
                      <a:r>
                        <a:rPr lang="en-GB" sz="1600" kern="0" dirty="0">
                          <a:effectLst/>
                        </a:rPr>
                        <a:t>Main Contributions</a:t>
                      </a:r>
                      <a:endParaRPr lang="en-GB" sz="16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chemeClr val="accent1"/>
                    </a:solidFill>
                  </a:tcPr>
                </a:tc>
                <a:extLst>
                  <a:ext uri="{0D108BD9-81ED-4DB2-BD59-A6C34878D82A}">
                    <a16:rowId xmlns:a16="http://schemas.microsoft.com/office/drawing/2014/main" val="1909588467"/>
                  </a:ext>
                </a:extLst>
              </a:tr>
              <a:tr h="1870800">
                <a:tc>
                  <a:txBody>
                    <a:bodyPr/>
                    <a:lstStyle/>
                    <a:p>
                      <a:pPr>
                        <a:lnSpc>
                          <a:spcPct val="107000"/>
                        </a:lnSpc>
                        <a:spcBef>
                          <a:spcPts val="2400"/>
                        </a:spcBef>
                        <a:spcAft>
                          <a:spcPts val="2400"/>
                        </a:spcAft>
                      </a:pPr>
                      <a:r>
                        <a:rPr lang="en-GB" sz="1800" kern="0" dirty="0">
                          <a:effectLst/>
                        </a:rPr>
                        <a:t>Automatic fan speed control using temperature and fan speed control using Arduino</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b="0" kern="0" dirty="0">
                          <a:solidFill>
                            <a:schemeClr val="tx1"/>
                          </a:solidFill>
                          <a:effectLst/>
                        </a:rPr>
                        <a:t>2018</a:t>
                      </a:r>
                      <a:endParaRPr lang="en-GB" sz="1800" b="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rgbClr val="E9EBF5"/>
                    </a:solidFill>
                  </a:tcPr>
                </a:tc>
                <a:tc>
                  <a:txBody>
                    <a:bodyPr/>
                    <a:lstStyle/>
                    <a:p>
                      <a:pPr>
                        <a:lnSpc>
                          <a:spcPct val="107000"/>
                        </a:lnSpc>
                        <a:spcBef>
                          <a:spcPts val="2400"/>
                        </a:spcBef>
                        <a:spcAft>
                          <a:spcPts val="2400"/>
                        </a:spcAft>
                      </a:pPr>
                      <a:r>
                        <a:rPr lang="en-GB" sz="1800" b="0" kern="0" dirty="0">
                          <a:solidFill>
                            <a:schemeClr val="tx1"/>
                          </a:solidFill>
                          <a:effectLst/>
                        </a:rPr>
                        <a:t>Experimental</a:t>
                      </a:r>
                      <a:endParaRPr lang="en-GB" sz="1800" b="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rgbClr val="E9EBF5"/>
                    </a:solidFill>
                  </a:tcPr>
                </a:tc>
                <a:tc>
                  <a:txBody>
                    <a:bodyPr/>
                    <a:lstStyle/>
                    <a:p>
                      <a:pPr>
                        <a:lnSpc>
                          <a:spcPct val="107000"/>
                        </a:lnSpc>
                        <a:spcBef>
                          <a:spcPts val="2400"/>
                        </a:spcBef>
                        <a:spcAft>
                          <a:spcPts val="2400"/>
                        </a:spcAft>
                      </a:pPr>
                      <a:r>
                        <a:rPr lang="en-GB" sz="1800" b="0" kern="0" dirty="0">
                          <a:solidFill>
                            <a:schemeClr val="tx1"/>
                          </a:solidFill>
                          <a:effectLst/>
                        </a:rPr>
                        <a:t>Arduino microcontroller, temperature sensor, motor driver</a:t>
                      </a:r>
                      <a:endParaRPr lang="en-GB" sz="1800" b="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rgbClr val="E9EBF5"/>
                    </a:solidFill>
                  </a:tcPr>
                </a:tc>
                <a:tc>
                  <a:txBody>
                    <a:bodyPr/>
                    <a:lstStyle/>
                    <a:p>
                      <a:pPr>
                        <a:lnSpc>
                          <a:spcPct val="107000"/>
                        </a:lnSpc>
                        <a:spcBef>
                          <a:spcPts val="2400"/>
                        </a:spcBef>
                        <a:spcAft>
                          <a:spcPts val="2400"/>
                        </a:spcAft>
                      </a:pPr>
                      <a:r>
                        <a:rPr lang="en-GB" sz="1800" b="0" kern="0" dirty="0">
                          <a:solidFill>
                            <a:schemeClr val="tx1"/>
                          </a:solidFill>
                          <a:effectLst/>
                        </a:rPr>
                        <a:t>Developed an automatic fan speed control system based on temperature using an Arduino microcontroller. The system is cost-effective and energy-efficient, automatically adjusting the speed of the fan based on the room temperature.</a:t>
                      </a:r>
                      <a:endParaRPr lang="en-GB" sz="1800" b="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solidFill>
                      <a:srgbClr val="E9EBF5"/>
                    </a:solidFill>
                  </a:tcPr>
                </a:tc>
                <a:extLst>
                  <a:ext uri="{0D108BD9-81ED-4DB2-BD59-A6C34878D82A}">
                    <a16:rowId xmlns:a16="http://schemas.microsoft.com/office/drawing/2014/main" val="945100602"/>
                  </a:ext>
                </a:extLst>
              </a:tr>
              <a:tr h="1870800">
                <a:tc>
                  <a:txBody>
                    <a:bodyPr/>
                    <a:lstStyle/>
                    <a:p>
                      <a:pPr>
                        <a:lnSpc>
                          <a:spcPct val="107000"/>
                        </a:lnSpc>
                        <a:spcBef>
                          <a:spcPts val="2400"/>
                        </a:spcBef>
                        <a:spcAft>
                          <a:spcPts val="2400"/>
                        </a:spcAft>
                      </a:pPr>
                      <a:r>
                        <a:rPr lang="en-GB" sz="1800" kern="0" dirty="0">
                          <a:effectLst/>
                        </a:rPr>
                        <a:t>Speed control of ceiling fan using PWM technique</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a:effectLst/>
                        </a:rPr>
                        <a:t>2017</a:t>
                      </a:r>
                      <a:endParaRPr lang="en-GB" sz="18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a:effectLst/>
                        </a:rPr>
                        <a:t>Experimental</a:t>
                      </a:r>
                      <a:endParaRPr lang="en-GB" sz="18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a:effectLst/>
                        </a:rPr>
                        <a:t>Microcontroller, MOSFETs, capacitors</a:t>
                      </a:r>
                      <a:endParaRPr lang="en-GB" sz="18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dirty="0">
                          <a:effectLst/>
                        </a:rPr>
                        <a:t>Developed a system for speed control of ceiling fans using Pulse Width Modulation (PWM) technique. The system provides a cost-effective and energy-efficient way to control the speed of ceiling fans, reducing energy consumption and increasing comfort.</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extLst>
                  <a:ext uri="{0D108BD9-81ED-4DB2-BD59-A6C34878D82A}">
                    <a16:rowId xmlns:a16="http://schemas.microsoft.com/office/drawing/2014/main" val="969012323"/>
                  </a:ext>
                </a:extLst>
              </a:tr>
              <a:tr h="2138648">
                <a:tc>
                  <a:txBody>
                    <a:bodyPr/>
                    <a:lstStyle/>
                    <a:p>
                      <a:pPr>
                        <a:lnSpc>
                          <a:spcPct val="107000"/>
                        </a:lnSpc>
                        <a:spcBef>
                          <a:spcPts val="2400"/>
                        </a:spcBef>
                        <a:spcAft>
                          <a:spcPts val="2400"/>
                        </a:spcAft>
                      </a:pPr>
                      <a:r>
                        <a:rPr lang="en-GB" sz="1800" kern="0" dirty="0">
                          <a:effectLst/>
                        </a:rPr>
                        <a:t>An IoT smart lighting system for university classrooms</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a:effectLst/>
                        </a:rPr>
                        <a:t>2020</a:t>
                      </a:r>
                      <a:endParaRPr lang="en-GB" sz="18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a:effectLst/>
                        </a:rPr>
                        <a:t>Experimental</a:t>
                      </a:r>
                      <a:endParaRPr lang="en-GB" sz="18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a:effectLst/>
                        </a:rPr>
                        <a:t>Raspberry Pi, sensors, Wi-Fi module</a:t>
                      </a:r>
                      <a:endParaRPr lang="en-GB" sz="1800" kern="10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tc>
                  <a:txBody>
                    <a:bodyPr/>
                    <a:lstStyle/>
                    <a:p>
                      <a:pPr>
                        <a:lnSpc>
                          <a:spcPct val="107000"/>
                        </a:lnSpc>
                        <a:spcBef>
                          <a:spcPts val="2400"/>
                        </a:spcBef>
                        <a:spcAft>
                          <a:spcPts val="2400"/>
                        </a:spcAft>
                      </a:pPr>
                      <a:r>
                        <a:rPr lang="en-GB" sz="1800" kern="0" dirty="0">
                          <a:effectLst/>
                        </a:rPr>
                        <a:t>Developed an IoT based smart lighting system for university classrooms to optimize energy consumption and improve the learning environment. The system uses sensors to detect occupancy and adjusts the lighting accordingly, providing an energy-efficient and comfortable learning environment.</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txBody>
                  <a:tcPr marL="2485" marR="2485" marT="2485" marB="2485" anchor="b"/>
                </a:tc>
                <a:extLst>
                  <a:ext uri="{0D108BD9-81ED-4DB2-BD59-A6C34878D82A}">
                    <a16:rowId xmlns:a16="http://schemas.microsoft.com/office/drawing/2014/main" val="31205911"/>
                  </a:ext>
                </a:extLst>
              </a:tr>
            </a:tbl>
          </a:graphicData>
        </a:graphic>
      </p:graphicFrame>
    </p:spTree>
    <p:extLst>
      <p:ext uri="{BB962C8B-B14F-4D97-AF65-F5344CB8AC3E}">
        <p14:creationId xmlns:p14="http://schemas.microsoft.com/office/powerpoint/2010/main" val="2219184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lowchart: Document 1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C81521-F318-890A-461F-91F6077E7C1E}"/>
              </a:ext>
            </a:extLst>
          </p:cNvPr>
          <p:cNvSpPr>
            <a:spLocks noGrp="1"/>
          </p:cNvSpPr>
          <p:nvPr>
            <p:ph type="title"/>
          </p:nvPr>
        </p:nvSpPr>
        <p:spPr>
          <a:xfrm>
            <a:off x="638176" y="228600"/>
            <a:ext cx="1969104" cy="2313710"/>
          </a:xfrm>
        </p:spPr>
        <p:txBody>
          <a:bodyPr vert="horz" lIns="91440" tIns="45720" rIns="91440" bIns="45720" rtlCol="0" anchor="ctr">
            <a:normAutofit/>
          </a:bodyPr>
          <a:lstStyle/>
          <a:p>
            <a:r>
              <a:rPr lang="en-US" sz="3200" kern="1200" dirty="0">
                <a:solidFill>
                  <a:srgbClr val="FFFFFF"/>
                </a:solidFill>
                <a:latin typeface="+mj-lt"/>
                <a:ea typeface="+mj-ea"/>
                <a:cs typeface="+mj-cs"/>
              </a:rPr>
              <a:t>FLOW </a:t>
            </a:r>
            <a:br>
              <a:rPr lang="en-US" sz="3200" kern="1200" dirty="0">
                <a:solidFill>
                  <a:srgbClr val="FFFFFF"/>
                </a:solidFill>
                <a:latin typeface="+mj-lt"/>
                <a:ea typeface="+mj-ea"/>
                <a:cs typeface="+mj-cs"/>
              </a:rPr>
            </a:br>
            <a:r>
              <a:rPr lang="en-US" sz="3200" kern="1200" dirty="0">
                <a:solidFill>
                  <a:srgbClr val="FFFFFF"/>
                </a:solidFill>
                <a:latin typeface="+mj-lt"/>
                <a:ea typeface="+mj-ea"/>
                <a:cs typeface="+mj-cs"/>
              </a:rPr>
              <a:t>DIAGRAM</a:t>
            </a:r>
          </a:p>
        </p:txBody>
      </p:sp>
      <p:pic>
        <p:nvPicPr>
          <p:cNvPr id="7" name="Content Placeholder 6">
            <a:extLst>
              <a:ext uri="{FF2B5EF4-FFF2-40B4-BE49-F238E27FC236}">
                <a16:creationId xmlns:a16="http://schemas.microsoft.com/office/drawing/2014/main" id="{58F021A8-7DEA-DEF2-F99B-3819FDEC3F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9306" y="-8926"/>
            <a:ext cx="9812694" cy="6866925"/>
          </a:xfrm>
        </p:spPr>
      </p:pic>
    </p:spTree>
    <p:extLst>
      <p:ext uri="{BB962C8B-B14F-4D97-AF65-F5344CB8AC3E}">
        <p14:creationId xmlns:p14="http://schemas.microsoft.com/office/powerpoint/2010/main" val="2326148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oogle Shape;174;p27">
            <a:extLst>
              <a:ext uri="{FF2B5EF4-FFF2-40B4-BE49-F238E27FC236}">
                <a16:creationId xmlns:a16="http://schemas.microsoft.com/office/drawing/2014/main" id="{59E877F7-9F6C-BDC4-53C6-8A7A14718DCF}"/>
              </a:ext>
            </a:extLst>
          </p:cNvPr>
          <p:cNvPicPr preferRelativeResize="0"/>
          <p:nvPr/>
        </p:nvPicPr>
        <p:blipFill rotWithShape="1">
          <a:blip r:embed="rId2"/>
          <a:srcRect t="5436"/>
          <a:stretch/>
        </p:blipFill>
        <p:spPr>
          <a:xfrm>
            <a:off x="2522356" y="10"/>
            <a:ext cx="9669642" cy="6857990"/>
          </a:xfrm>
          <a:prstGeom prst="rect">
            <a:avLst/>
          </a:prstGeom>
          <a:noFill/>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1CF583-D09F-6E99-E9C3-165D9C26998C}"/>
              </a:ext>
            </a:extLst>
          </p:cNvPr>
          <p:cNvSpPr>
            <a:spLocks noGrp="1"/>
          </p:cNvSpPr>
          <p:nvPr>
            <p:ph type="title"/>
          </p:nvPr>
        </p:nvSpPr>
        <p:spPr>
          <a:xfrm>
            <a:off x="838200" y="365125"/>
            <a:ext cx="3822189" cy="1899912"/>
          </a:xfrm>
        </p:spPr>
        <p:txBody>
          <a:bodyPr>
            <a:normAutofit/>
          </a:bodyPr>
          <a:lstStyle/>
          <a:p>
            <a:r>
              <a:rPr lang="en-IN" sz="4000"/>
              <a:t>PHASE 1</a:t>
            </a:r>
            <a:endParaRPr lang="en-GB" sz="4000"/>
          </a:p>
        </p:txBody>
      </p:sp>
      <p:sp>
        <p:nvSpPr>
          <p:cNvPr id="3" name="Content Placeholder 2">
            <a:extLst>
              <a:ext uri="{FF2B5EF4-FFF2-40B4-BE49-F238E27FC236}">
                <a16:creationId xmlns:a16="http://schemas.microsoft.com/office/drawing/2014/main" id="{23D4E573-C117-87C5-2AF8-DAF1A97B0FE1}"/>
              </a:ext>
            </a:extLst>
          </p:cNvPr>
          <p:cNvSpPr>
            <a:spLocks noGrp="1"/>
          </p:cNvSpPr>
          <p:nvPr>
            <p:ph idx="1"/>
          </p:nvPr>
        </p:nvSpPr>
        <p:spPr>
          <a:xfrm>
            <a:off x="838200" y="2434201"/>
            <a:ext cx="3822189" cy="3742762"/>
          </a:xfrm>
        </p:spPr>
        <p:txBody>
          <a:bodyPr>
            <a:normAutofit/>
          </a:bodyPr>
          <a:lstStyle/>
          <a:p>
            <a:pPr marL="0" indent="0">
              <a:buNone/>
            </a:pPr>
            <a:r>
              <a:rPr lang="en-GB" sz="2000">
                <a:latin typeface="Times New Roman" panose="02020603050405020304" pitchFamily="18" charset="0"/>
                <a:cs typeface="Times New Roman" panose="02020603050405020304" pitchFamily="18" charset="0"/>
              </a:rPr>
              <a:t>Development of hardware model to collect the light intensity and fan speed data.</a:t>
            </a:r>
          </a:p>
          <a:p>
            <a:endParaRPr lang="en-GB" sz="2000"/>
          </a:p>
        </p:txBody>
      </p:sp>
    </p:spTree>
    <p:extLst>
      <p:ext uri="{BB962C8B-B14F-4D97-AF65-F5344CB8AC3E}">
        <p14:creationId xmlns:p14="http://schemas.microsoft.com/office/powerpoint/2010/main" val="362401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BGRectangle">
            <a:extLst>
              <a:ext uri="{FF2B5EF4-FFF2-40B4-BE49-F238E27FC236}">
                <a16:creationId xmlns:a16="http://schemas.microsoft.com/office/drawing/2014/main" id="{25E8815A-9407-4234-B08F-A1E49DCD7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6182"/>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17">
            <a:extLst>
              <a:ext uri="{FF2B5EF4-FFF2-40B4-BE49-F238E27FC236}">
                <a16:creationId xmlns:a16="http://schemas.microsoft.com/office/drawing/2014/main" id="{AD72D4D1-076F-49D3-9889-EFC4F6D7C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Computer script on a screen">
            <a:extLst>
              <a:ext uri="{FF2B5EF4-FFF2-40B4-BE49-F238E27FC236}">
                <a16:creationId xmlns:a16="http://schemas.microsoft.com/office/drawing/2014/main" id="{70D7785F-E051-1E7C-C26F-F4EDD7F3AED2}"/>
              </a:ext>
            </a:extLst>
          </p:cNvPr>
          <p:cNvPicPr>
            <a:picLocks noChangeAspect="1"/>
          </p:cNvPicPr>
          <p:nvPr/>
        </p:nvPicPr>
        <p:blipFill rotWithShape="1">
          <a:blip r:embed="rId2">
            <a:alphaModFix amt="50000"/>
          </a:blip>
          <a:srcRect t="7017" b="8713"/>
          <a:stretch/>
        </p:blipFill>
        <p:spPr>
          <a:xfrm>
            <a:off x="-1" y="-38090"/>
            <a:ext cx="12192001" cy="6857990"/>
          </a:xfrm>
          <a:prstGeom prst="rect">
            <a:avLst/>
          </a:prstGeom>
        </p:spPr>
      </p:pic>
      <p:sp>
        <p:nvSpPr>
          <p:cNvPr id="2" name="Title 1">
            <a:extLst>
              <a:ext uri="{FF2B5EF4-FFF2-40B4-BE49-F238E27FC236}">
                <a16:creationId xmlns:a16="http://schemas.microsoft.com/office/drawing/2014/main" id="{95A74C6D-75EA-ADDB-9318-B0E1442D663C}"/>
              </a:ext>
            </a:extLst>
          </p:cNvPr>
          <p:cNvSpPr>
            <a:spLocks noGrp="1"/>
          </p:cNvSpPr>
          <p:nvPr>
            <p:ph type="title"/>
          </p:nvPr>
        </p:nvSpPr>
        <p:spPr>
          <a:xfrm>
            <a:off x="838200" y="963877"/>
            <a:ext cx="3494362" cy="4930246"/>
          </a:xfrm>
        </p:spPr>
        <p:txBody>
          <a:bodyPr>
            <a:normAutofit/>
          </a:bodyPr>
          <a:lstStyle/>
          <a:p>
            <a:pPr algn="r"/>
            <a:r>
              <a:rPr lang="en-IN" b="1">
                <a:solidFill>
                  <a:schemeClr val="bg1"/>
                </a:solidFill>
              </a:rPr>
              <a:t>PHASE 2</a:t>
            </a:r>
            <a:endParaRPr lang="en-GB" b="1">
              <a:solidFill>
                <a:schemeClr val="bg1"/>
              </a:solidFill>
            </a:endParaRPr>
          </a:p>
        </p:txBody>
      </p:sp>
      <p:sp>
        <p:nvSpPr>
          <p:cNvPr id="20" name="!!Line">
            <a:extLst>
              <a:ext uri="{FF2B5EF4-FFF2-40B4-BE49-F238E27FC236}">
                <a16:creationId xmlns:a16="http://schemas.microsoft.com/office/drawing/2014/main" id="{C9C56819-FD02-4626-ABF5-85C7463C9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0580" y="2057400"/>
            <a:ext cx="27432" cy="2743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3DA9F27-219F-D349-E855-6C6BBFD2C519}"/>
              </a:ext>
            </a:extLst>
          </p:cNvPr>
          <p:cNvSpPr>
            <a:spLocks noGrp="1"/>
          </p:cNvSpPr>
          <p:nvPr>
            <p:ph idx="1"/>
          </p:nvPr>
        </p:nvSpPr>
        <p:spPr>
          <a:xfrm>
            <a:off x="4976031" y="963877"/>
            <a:ext cx="6377769" cy="4930246"/>
          </a:xfrm>
        </p:spPr>
        <p:txBody>
          <a:bodyPr anchor="ctr">
            <a:normAutofit/>
          </a:bodyPr>
          <a:lstStyle/>
          <a:p>
            <a:pPr marL="0" indent="0">
              <a:buNone/>
            </a:pPr>
            <a:r>
              <a:rPr lang="en-IN" sz="2400">
                <a:solidFill>
                  <a:schemeClr val="bg1"/>
                </a:solidFill>
                <a:latin typeface="Times New Roman" panose="02020603050405020304" pitchFamily="18" charset="0"/>
                <a:cs typeface="Times New Roman" panose="02020603050405020304" pitchFamily="18" charset="0"/>
              </a:rPr>
              <a:t>Development of an automated lighting and ventilation system which works according to the preferences of the user. </a:t>
            </a:r>
            <a:endParaRPr lang="en-GB" sz="2400">
              <a:solidFill>
                <a:schemeClr val="bg1"/>
              </a:solidFill>
              <a:latin typeface="Times New Roman" panose="02020603050405020304" pitchFamily="18" charset="0"/>
              <a:cs typeface="Times New Roman" panose="02020603050405020304" pitchFamily="18" charset="0"/>
            </a:endParaRPr>
          </a:p>
          <a:p>
            <a:pPr marL="0" indent="0">
              <a:buNone/>
            </a:pPr>
            <a:endParaRPr lang="en-GB" sz="2400">
              <a:solidFill>
                <a:schemeClr val="bg1"/>
              </a:solidFill>
            </a:endParaRPr>
          </a:p>
        </p:txBody>
      </p:sp>
    </p:spTree>
    <p:extLst>
      <p:ext uri="{BB962C8B-B14F-4D97-AF65-F5344CB8AC3E}">
        <p14:creationId xmlns:p14="http://schemas.microsoft.com/office/powerpoint/2010/main" val="45866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60285F-2D52-1DDE-E3C2-73EB4EA26656}"/>
              </a:ext>
            </a:extLst>
          </p:cNvPr>
          <p:cNvSpPr>
            <a:spLocks noGrp="1"/>
          </p:cNvSpPr>
          <p:nvPr>
            <p:ph type="title"/>
          </p:nvPr>
        </p:nvSpPr>
        <p:spPr>
          <a:xfrm>
            <a:off x="640080" y="325369"/>
            <a:ext cx="4368602" cy="1956841"/>
          </a:xfrm>
        </p:spPr>
        <p:txBody>
          <a:bodyPr anchor="b">
            <a:normAutofit/>
          </a:bodyPr>
          <a:lstStyle/>
          <a:p>
            <a:r>
              <a:rPr lang="en-IN" sz="5400"/>
              <a:t>FACE RECOGNITION</a:t>
            </a:r>
            <a:endParaRPr lang="en-GB"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43B93B7-511A-59D2-98DC-25CED40A13DC}"/>
              </a:ext>
            </a:extLst>
          </p:cNvPr>
          <p:cNvSpPr>
            <a:spLocks noGrp="1"/>
          </p:cNvSpPr>
          <p:nvPr>
            <p:ph idx="1"/>
          </p:nvPr>
        </p:nvSpPr>
        <p:spPr>
          <a:xfrm>
            <a:off x="640080" y="2872899"/>
            <a:ext cx="4243589" cy="3320668"/>
          </a:xfrm>
        </p:spPr>
        <p:txBody>
          <a:bodyPr>
            <a:normAutofit/>
          </a:bodyPr>
          <a:lstStyle/>
          <a:p>
            <a:r>
              <a:rPr lang="en-IN" sz="2200" dirty="0"/>
              <a:t>There are two known users , whose face will be recognized by the camera and the working of the prototype would be according the particular user.</a:t>
            </a:r>
            <a:endParaRPr lang="en-GB" sz="2200" dirty="0"/>
          </a:p>
          <a:p>
            <a:r>
              <a:rPr lang="en-GB" sz="2200" dirty="0"/>
              <a:t>Libraries installed : </a:t>
            </a:r>
            <a:r>
              <a:rPr lang="en-GB" sz="2200" dirty="0" err="1"/>
              <a:t>opencv</a:t>
            </a:r>
            <a:r>
              <a:rPr lang="en-GB" sz="2200" dirty="0"/>
              <a:t>, </a:t>
            </a:r>
            <a:r>
              <a:rPr lang="en-GB" sz="2200" dirty="0" err="1"/>
              <a:t>face_recognition</a:t>
            </a:r>
            <a:r>
              <a:rPr lang="en-GB" sz="2200" dirty="0"/>
              <a:t> </a:t>
            </a:r>
          </a:p>
          <a:p>
            <a:endParaRPr lang="en-IN" sz="2200" dirty="0"/>
          </a:p>
        </p:txBody>
      </p:sp>
      <p:pic>
        <p:nvPicPr>
          <p:cNvPr id="5" name="Picture 4" descr="3D art of a person">
            <a:extLst>
              <a:ext uri="{FF2B5EF4-FFF2-40B4-BE49-F238E27FC236}">
                <a16:creationId xmlns:a16="http://schemas.microsoft.com/office/drawing/2014/main" id="{2134561E-DB05-D271-FEFC-D1BBCE854295}"/>
              </a:ext>
            </a:extLst>
          </p:cNvPr>
          <p:cNvPicPr>
            <a:picLocks noChangeAspect="1"/>
          </p:cNvPicPr>
          <p:nvPr/>
        </p:nvPicPr>
        <p:blipFill rotWithShape="1">
          <a:blip r:embed="rId2"/>
          <a:srcRect b="303"/>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99390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2C10-44FE-D428-B4DA-5072452F55E2}"/>
              </a:ext>
            </a:extLst>
          </p:cNvPr>
          <p:cNvSpPr>
            <a:spLocks noGrp="1"/>
          </p:cNvSpPr>
          <p:nvPr>
            <p:ph type="title"/>
          </p:nvPr>
        </p:nvSpPr>
        <p:spPr/>
        <p:txBody>
          <a:bodyPr/>
          <a:lstStyle/>
          <a:p>
            <a:endParaRPr lang="en-GB" dirty="0"/>
          </a:p>
        </p:txBody>
      </p:sp>
      <p:pic>
        <p:nvPicPr>
          <p:cNvPr id="7" name="Content Placeholder 6" descr="A picture containing text, person, person&#10;&#10;Description automatically generated">
            <a:extLst>
              <a:ext uri="{FF2B5EF4-FFF2-40B4-BE49-F238E27FC236}">
                <a16:creationId xmlns:a16="http://schemas.microsoft.com/office/drawing/2014/main" id="{92A2EE67-5881-25BF-0909-C03C8D0D560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766" b="9407"/>
          <a:stretch/>
        </p:blipFill>
        <p:spPr>
          <a:xfrm>
            <a:off x="-9728" y="-77822"/>
            <a:ext cx="3426343" cy="3506821"/>
          </a:xfrm>
        </p:spPr>
      </p:pic>
      <p:pic>
        <p:nvPicPr>
          <p:cNvPr id="5" name="Picture 4">
            <a:extLst>
              <a:ext uri="{FF2B5EF4-FFF2-40B4-BE49-F238E27FC236}">
                <a16:creationId xmlns:a16="http://schemas.microsoft.com/office/drawing/2014/main" id="{54FD23AA-6FC6-C97A-B2D7-D5298E54B13F}"/>
              </a:ext>
            </a:extLst>
          </p:cNvPr>
          <p:cNvPicPr>
            <a:picLocks noChangeAspect="1"/>
          </p:cNvPicPr>
          <p:nvPr/>
        </p:nvPicPr>
        <p:blipFill>
          <a:blip r:embed="rId3"/>
          <a:stretch>
            <a:fillRect/>
          </a:stretch>
        </p:blipFill>
        <p:spPr>
          <a:xfrm>
            <a:off x="3426343" y="0"/>
            <a:ext cx="8765657" cy="6858000"/>
          </a:xfrm>
          <a:prstGeom prst="rect">
            <a:avLst/>
          </a:prstGeom>
        </p:spPr>
      </p:pic>
      <p:pic>
        <p:nvPicPr>
          <p:cNvPr id="4" name="Picture 3">
            <a:extLst>
              <a:ext uri="{FF2B5EF4-FFF2-40B4-BE49-F238E27FC236}">
                <a16:creationId xmlns:a16="http://schemas.microsoft.com/office/drawing/2014/main" id="{4C2F5078-16AB-F9A4-09F8-A8B07CCA3A05}"/>
              </a:ext>
            </a:extLst>
          </p:cNvPr>
          <p:cNvPicPr>
            <a:picLocks noChangeAspect="1"/>
          </p:cNvPicPr>
          <p:nvPr/>
        </p:nvPicPr>
        <p:blipFill rotWithShape="1">
          <a:blip r:embed="rId4">
            <a:extLst>
              <a:ext uri="{28A0092B-C50C-407E-A947-70E740481C1C}">
                <a14:useLocalDpi xmlns:a14="http://schemas.microsoft.com/office/drawing/2010/main" val="0"/>
              </a:ext>
            </a:extLst>
          </a:blip>
          <a:srcRect l="17450" t="12925" r="60357" b="54558"/>
          <a:stretch/>
        </p:blipFill>
        <p:spPr>
          <a:xfrm>
            <a:off x="0" y="3428999"/>
            <a:ext cx="3426343" cy="2990462"/>
          </a:xfrm>
          <a:prstGeom prst="rect">
            <a:avLst/>
          </a:prstGeom>
        </p:spPr>
      </p:pic>
      <p:pic>
        <p:nvPicPr>
          <p:cNvPr id="6" name="Picture 5" descr="A screenshot of a computer screen&#10;&#10;Description automatically generated with medium confidence">
            <a:extLst>
              <a:ext uri="{FF2B5EF4-FFF2-40B4-BE49-F238E27FC236}">
                <a16:creationId xmlns:a16="http://schemas.microsoft.com/office/drawing/2014/main" id="{3C446354-4325-0E58-A672-3FF548B38533}"/>
              </a:ext>
            </a:extLst>
          </p:cNvPr>
          <p:cNvPicPr>
            <a:picLocks noChangeAspect="1"/>
          </p:cNvPicPr>
          <p:nvPr/>
        </p:nvPicPr>
        <p:blipFill rotWithShape="1">
          <a:blip r:embed="rId5">
            <a:extLst>
              <a:ext uri="{28A0092B-C50C-407E-A947-70E740481C1C}">
                <a14:useLocalDpi xmlns:a14="http://schemas.microsoft.com/office/drawing/2010/main" val="0"/>
              </a:ext>
            </a:extLst>
          </a:blip>
          <a:srcRect l="17813" t="14722" r="58750" b="52083"/>
          <a:stretch/>
        </p:blipFill>
        <p:spPr>
          <a:xfrm>
            <a:off x="9334500" y="4216400"/>
            <a:ext cx="2857500" cy="2276475"/>
          </a:xfrm>
          <a:prstGeom prst="rect">
            <a:avLst/>
          </a:prstGeom>
        </p:spPr>
      </p:pic>
    </p:spTree>
    <p:extLst>
      <p:ext uri="{BB962C8B-B14F-4D97-AF65-F5344CB8AC3E}">
        <p14:creationId xmlns:p14="http://schemas.microsoft.com/office/powerpoint/2010/main" val="120760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ABF8D2-E8E2-58AE-8197-11C2A68011E7}"/>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DATA COLLECTION</a:t>
            </a:r>
          </a:p>
        </p:txBody>
      </p:sp>
      <p:pic>
        <p:nvPicPr>
          <p:cNvPr id="7" name="Graphic 6" descr="Bar chart">
            <a:extLst>
              <a:ext uri="{FF2B5EF4-FFF2-40B4-BE49-F238E27FC236}">
                <a16:creationId xmlns:a16="http://schemas.microsoft.com/office/drawing/2014/main" id="{9FE6D6BD-84CF-3590-C9D4-DD36BA6546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33641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67C52E-B138-D337-0D4D-3092D8C2D9A0}"/>
              </a:ext>
            </a:extLst>
          </p:cNvPr>
          <p:cNvPicPr>
            <a:picLocks noChangeAspect="1"/>
          </p:cNvPicPr>
          <p:nvPr/>
        </p:nvPicPr>
        <p:blipFill>
          <a:blip r:embed="rId2"/>
          <a:stretch>
            <a:fillRect/>
          </a:stretch>
        </p:blipFill>
        <p:spPr>
          <a:xfrm>
            <a:off x="533400" y="300037"/>
            <a:ext cx="11125200" cy="6257925"/>
          </a:xfrm>
          <a:prstGeom prst="rect">
            <a:avLst/>
          </a:prstGeom>
        </p:spPr>
      </p:pic>
    </p:spTree>
    <p:extLst>
      <p:ext uri="{BB962C8B-B14F-4D97-AF65-F5344CB8AC3E}">
        <p14:creationId xmlns:p14="http://schemas.microsoft.com/office/powerpoint/2010/main" val="2980151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4943-78E1-977B-125F-95D8EF807357}"/>
              </a:ext>
            </a:extLst>
          </p:cNvPr>
          <p:cNvSpPr>
            <a:spLocks noGrp="1"/>
          </p:cNvSpPr>
          <p:nvPr>
            <p:ph type="title"/>
          </p:nvPr>
        </p:nvSpPr>
        <p:spPr>
          <a:xfrm>
            <a:off x="804673" y="1445494"/>
            <a:ext cx="3616856" cy="4376572"/>
          </a:xfrm>
        </p:spPr>
        <p:txBody>
          <a:bodyPr anchor="ctr">
            <a:normAutofit/>
          </a:bodyPr>
          <a:lstStyle/>
          <a:p>
            <a:r>
              <a:rPr lang="en-IN" sz="4800"/>
              <a:t>DATA COLLECTED</a:t>
            </a:r>
            <a:endParaRPr lang="en-GB" sz="4800"/>
          </a:p>
        </p:txBody>
      </p:sp>
      <p:sp>
        <p:nvSpPr>
          <p:cNvPr id="14" name="Freeform: Shape 7">
            <a:extLst>
              <a:ext uri="{FF2B5EF4-FFF2-40B4-BE49-F238E27FC236}">
                <a16:creationId xmlns:a16="http://schemas.microsoft.com/office/drawing/2014/main" id="{DFF2AC85-FAA0-4844-813F-83C04D738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7636" y="0"/>
            <a:ext cx="7281316" cy="6858000"/>
          </a:xfrm>
          <a:custGeom>
            <a:avLst/>
            <a:gdLst>
              <a:gd name="connsiteX0" fmla="*/ 361354 w 7281316"/>
              <a:gd name="connsiteY0" fmla="*/ 0 h 6858000"/>
              <a:gd name="connsiteX1" fmla="*/ 7281316 w 7281316"/>
              <a:gd name="connsiteY1" fmla="*/ 0 h 6858000"/>
              <a:gd name="connsiteX2" fmla="*/ 7281316 w 7281316"/>
              <a:gd name="connsiteY2" fmla="*/ 6858000 h 6858000"/>
              <a:gd name="connsiteX3" fmla="*/ 696735 w 7281316"/>
              <a:gd name="connsiteY3" fmla="*/ 6858000 h 6858000"/>
              <a:gd name="connsiteX4" fmla="*/ 690849 w 7281316"/>
              <a:gd name="connsiteY4" fmla="*/ 6842426 h 6858000"/>
              <a:gd name="connsiteX5" fmla="*/ 335637 w 7281316"/>
              <a:gd name="connsiteY5" fmla="*/ 947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1316" h="6858000">
                <a:moveTo>
                  <a:pt x="361354" y="0"/>
                </a:moveTo>
                <a:lnTo>
                  <a:pt x="7281316" y="0"/>
                </a:lnTo>
                <a:lnTo>
                  <a:pt x="7281316" y="6858000"/>
                </a:lnTo>
                <a:lnTo>
                  <a:pt x="696735" y="6858000"/>
                </a:lnTo>
                <a:lnTo>
                  <a:pt x="690849" y="6842426"/>
                </a:lnTo>
                <a:cubicBezTo>
                  <a:pt x="-65870" y="4704140"/>
                  <a:pt x="-226206" y="2374054"/>
                  <a:pt x="335637" y="9472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89CC0F1E-BAA2-47B1-8F83-7ECB9FD9E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9558" y="0"/>
            <a:ext cx="6999394" cy="6858000"/>
          </a:xfrm>
          <a:custGeom>
            <a:avLst/>
            <a:gdLst>
              <a:gd name="connsiteX0" fmla="*/ 6999394 w 6999394"/>
              <a:gd name="connsiteY0" fmla="*/ 0 h 6858000"/>
              <a:gd name="connsiteX1" fmla="*/ 6999394 w 6999394"/>
              <a:gd name="connsiteY1" fmla="*/ 6858000 h 6858000"/>
              <a:gd name="connsiteX2" fmla="*/ 717029 w 6999394"/>
              <a:gd name="connsiteY2" fmla="*/ 6858000 h 6858000"/>
              <a:gd name="connsiteX3" fmla="*/ 623642 w 6999394"/>
              <a:gd name="connsiteY3" fmla="*/ 6599363 h 6858000"/>
              <a:gd name="connsiteX4" fmla="*/ 319533 w 6999394"/>
              <a:gd name="connsiteY4" fmla="*/ 193787 h 6858000"/>
              <a:gd name="connsiteX5" fmla="*/ 371685 w 6999394"/>
              <a:gd name="connsiteY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9394" h="6858000">
                <a:moveTo>
                  <a:pt x="6999394" y="0"/>
                </a:moveTo>
                <a:lnTo>
                  <a:pt x="6999394" y="6858000"/>
                </a:lnTo>
                <a:lnTo>
                  <a:pt x="717029" y="6858000"/>
                </a:lnTo>
                <a:lnTo>
                  <a:pt x="623642" y="6599363"/>
                </a:lnTo>
                <a:cubicBezTo>
                  <a:pt x="-67685" y="4563346"/>
                  <a:pt x="-206622" y="2355719"/>
                  <a:pt x="319533" y="193787"/>
                </a:cubicBezTo>
                <a:lnTo>
                  <a:pt x="371685" y="1"/>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3C165BD6-C723-0549-5A3E-19C50CC2396B}"/>
              </a:ext>
            </a:extLst>
          </p:cNvPr>
          <p:cNvGraphicFramePr>
            <a:graphicFrameLocks noGrp="1"/>
          </p:cNvGraphicFramePr>
          <p:nvPr>
            <p:ph idx="1"/>
          </p:nvPr>
        </p:nvGraphicFramePr>
        <p:xfrm>
          <a:off x="6096000" y="1399032"/>
          <a:ext cx="5501834" cy="4471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5180687"/>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A07504-CCBA-08D9-75F3-009940F5250F}"/>
              </a:ext>
            </a:extLst>
          </p:cNvPr>
          <p:cNvSpPr>
            <a:spLocks noGrp="1"/>
          </p:cNvSpPr>
          <p:nvPr>
            <p:ph type="title"/>
          </p:nvPr>
        </p:nvSpPr>
        <p:spPr>
          <a:xfrm>
            <a:off x="1102368" y="1877492"/>
            <a:ext cx="4030132" cy="3215373"/>
          </a:xfrm>
        </p:spPr>
        <p:txBody>
          <a:bodyPr>
            <a:normAutofit/>
          </a:bodyPr>
          <a:lstStyle/>
          <a:p>
            <a:pPr algn="ctr"/>
            <a:r>
              <a:rPr lang="en-IN">
                <a:solidFill>
                  <a:schemeClr val="bg1"/>
                </a:solidFill>
              </a:rPr>
              <a:t>PROCESS OF DATA COLLECTION</a:t>
            </a:r>
            <a:endParaRPr lang="en-GB">
              <a:solidFill>
                <a:schemeClr val="bg1"/>
              </a:solidFill>
            </a:endParaRP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21"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Content Placeholder 2">
            <a:extLst>
              <a:ext uri="{FF2B5EF4-FFF2-40B4-BE49-F238E27FC236}">
                <a16:creationId xmlns:a16="http://schemas.microsoft.com/office/drawing/2014/main" id="{84C31D11-28A6-5F9F-CD74-69B0F91740B3}"/>
              </a:ext>
            </a:extLst>
          </p:cNvPr>
          <p:cNvSpPr>
            <a:spLocks noGrp="1"/>
          </p:cNvSpPr>
          <p:nvPr>
            <p:ph idx="1"/>
          </p:nvPr>
        </p:nvSpPr>
        <p:spPr>
          <a:xfrm>
            <a:off x="6234868" y="1877492"/>
            <a:ext cx="5217173" cy="3604692"/>
          </a:xfrm>
        </p:spPr>
        <p:txBody>
          <a:bodyPr>
            <a:normAutofit/>
          </a:bodyPr>
          <a:lstStyle/>
          <a:p>
            <a:r>
              <a:rPr lang="en-IN" dirty="0">
                <a:solidFill>
                  <a:schemeClr val="bg1"/>
                </a:solidFill>
              </a:rPr>
              <a:t>Cloud : THINGSPEAK</a:t>
            </a:r>
          </a:p>
          <a:p>
            <a:r>
              <a:rPr lang="en-IN" dirty="0">
                <a:solidFill>
                  <a:schemeClr val="bg1"/>
                </a:solidFill>
              </a:rPr>
              <a:t>ESP8266 </a:t>
            </a:r>
            <a:r>
              <a:rPr lang="en-IN" dirty="0" err="1">
                <a:solidFill>
                  <a:schemeClr val="bg1"/>
                </a:solidFill>
              </a:rPr>
              <a:t>wifi</a:t>
            </a:r>
            <a:r>
              <a:rPr lang="en-IN" dirty="0">
                <a:solidFill>
                  <a:schemeClr val="bg1"/>
                </a:solidFill>
              </a:rPr>
              <a:t> module is connected to </a:t>
            </a:r>
            <a:r>
              <a:rPr lang="en-IN" dirty="0" err="1">
                <a:solidFill>
                  <a:schemeClr val="bg1"/>
                </a:solidFill>
              </a:rPr>
              <a:t>ThingSpeak</a:t>
            </a:r>
            <a:r>
              <a:rPr lang="en-IN" dirty="0">
                <a:solidFill>
                  <a:schemeClr val="bg1"/>
                </a:solidFill>
              </a:rPr>
              <a:t> platform from where we could collect the data such as time, date, LDR value, DHT value, fan speed and light intensity.</a:t>
            </a:r>
          </a:p>
          <a:p>
            <a:pPr marL="0" indent="0">
              <a:buNone/>
            </a:pPr>
            <a:endParaRPr lang="en-IN" dirty="0">
              <a:solidFill>
                <a:schemeClr val="bg1"/>
              </a:solidFill>
            </a:endParaRPr>
          </a:p>
          <a:p>
            <a:endParaRPr lang="en-GB" dirty="0">
              <a:solidFill>
                <a:schemeClr val="bg1"/>
              </a:solidFill>
            </a:endParaRP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20069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Chart, bar chart&#10;&#10;Description automatically generated">
            <a:extLst>
              <a:ext uri="{FF2B5EF4-FFF2-40B4-BE49-F238E27FC236}">
                <a16:creationId xmlns:a16="http://schemas.microsoft.com/office/drawing/2014/main" id="{792B5A76-D000-F837-8145-A2B41A93E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2084" y="735013"/>
            <a:ext cx="5221288" cy="3897313"/>
          </a:xfrm>
          <a:prstGeom prst="rect">
            <a:avLst/>
          </a:prstGeom>
        </p:spPr>
      </p:pic>
      <p:pic>
        <p:nvPicPr>
          <p:cNvPr id="5" name="Content Placeholder 4" descr="Chart, bar chart&#10;&#10;Description automatically generated">
            <a:extLst>
              <a:ext uri="{FF2B5EF4-FFF2-40B4-BE49-F238E27FC236}">
                <a16:creationId xmlns:a16="http://schemas.microsoft.com/office/drawing/2014/main" id="{8E150140-E340-F848-BEA7-6C0E3B0CD08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8629" y="735012"/>
            <a:ext cx="5221288" cy="3897313"/>
          </a:xfrm>
          <a:prstGeom prst="rect">
            <a:avLst/>
          </a:prstGeom>
        </p:spPr>
      </p:pic>
      <p:sp>
        <p:nvSpPr>
          <p:cNvPr id="7" name="TextBox 6">
            <a:extLst>
              <a:ext uri="{FF2B5EF4-FFF2-40B4-BE49-F238E27FC236}">
                <a16:creationId xmlns:a16="http://schemas.microsoft.com/office/drawing/2014/main" id="{09C0F1B5-EB11-2F5B-7A49-D20E5872159B}"/>
              </a:ext>
            </a:extLst>
          </p:cNvPr>
          <p:cNvSpPr txBox="1"/>
          <p:nvPr/>
        </p:nvSpPr>
        <p:spPr>
          <a:xfrm>
            <a:off x="6302084" y="3852863"/>
            <a:ext cx="5221288" cy="779463"/>
          </a:xfrm>
          <a:prstGeom prst="rect">
            <a:avLst/>
          </a:prstGeom>
          <a:solidFill>
            <a:srgbClr val="000000">
              <a:alpha val="50000"/>
            </a:srgbClr>
          </a:solidFill>
          <a:ln>
            <a:noFill/>
          </a:ln>
        </p:spPr>
        <p:txBody>
          <a:bodyPr wrap="square" rtlCol="0" anchor="ctr">
            <a:noAutofit/>
          </a:bodyPr>
          <a:lstStyle/>
          <a:p>
            <a:pPr algn="ctr">
              <a:spcAft>
                <a:spcPts val="600"/>
              </a:spcAft>
            </a:pPr>
            <a:r>
              <a:rPr lang="en-IN" sz="1300">
                <a:solidFill>
                  <a:srgbClr val="FFFFFF"/>
                </a:solidFill>
              </a:rPr>
              <a:t>LIGHT INTENSITY</a:t>
            </a:r>
            <a:endParaRPr lang="en-GB" sz="1300">
              <a:solidFill>
                <a:srgbClr val="FFFFFF"/>
              </a:solidFill>
            </a:endParaRPr>
          </a:p>
        </p:txBody>
      </p:sp>
      <p:sp>
        <p:nvSpPr>
          <p:cNvPr id="2" name="Title 1">
            <a:extLst>
              <a:ext uri="{FF2B5EF4-FFF2-40B4-BE49-F238E27FC236}">
                <a16:creationId xmlns:a16="http://schemas.microsoft.com/office/drawing/2014/main" id="{F3B1ED35-6C12-1456-1201-252B513864F0}"/>
              </a:ext>
            </a:extLst>
          </p:cNvPr>
          <p:cNvSpPr>
            <a:spLocks noGrp="1"/>
          </p:cNvSpPr>
          <p:nvPr>
            <p:ph type="title"/>
          </p:nvPr>
        </p:nvSpPr>
        <p:spPr>
          <a:xfrm>
            <a:off x="838200" y="5529884"/>
            <a:ext cx="7719381" cy="1096331"/>
          </a:xfrm>
        </p:spPr>
        <p:txBody>
          <a:bodyPr vert="horz" lIns="91440" tIns="45720" rIns="91440" bIns="45720" rtlCol="0">
            <a:normAutofit/>
          </a:bodyPr>
          <a:lstStyle/>
          <a:p>
            <a:r>
              <a:rPr lang="en-US"/>
              <a:t>TARGET - COUNT</a:t>
            </a:r>
          </a:p>
        </p:txBody>
      </p:sp>
      <p:sp>
        <p:nvSpPr>
          <p:cNvPr id="6" name="TextBox 5">
            <a:extLst>
              <a:ext uri="{FF2B5EF4-FFF2-40B4-BE49-F238E27FC236}">
                <a16:creationId xmlns:a16="http://schemas.microsoft.com/office/drawing/2014/main" id="{637AA931-F2FA-26D0-2709-169BDC952FC8}"/>
              </a:ext>
            </a:extLst>
          </p:cNvPr>
          <p:cNvSpPr txBox="1"/>
          <p:nvPr/>
        </p:nvSpPr>
        <p:spPr>
          <a:xfrm>
            <a:off x="668628" y="3852862"/>
            <a:ext cx="5221288" cy="779463"/>
          </a:xfrm>
          <a:prstGeom prst="rect">
            <a:avLst/>
          </a:prstGeom>
          <a:solidFill>
            <a:srgbClr val="000000">
              <a:alpha val="50000"/>
            </a:srgbClr>
          </a:solidFill>
          <a:ln>
            <a:noFill/>
          </a:ln>
        </p:spPr>
        <p:txBody>
          <a:bodyPr wrap="square" rtlCol="0" anchor="ctr">
            <a:noAutofit/>
          </a:bodyPr>
          <a:lstStyle/>
          <a:p>
            <a:pPr algn="ctr">
              <a:spcAft>
                <a:spcPts val="600"/>
              </a:spcAft>
            </a:pPr>
            <a:r>
              <a:rPr lang="en-IN" sz="1300" dirty="0">
                <a:solidFill>
                  <a:srgbClr val="FFFFFF"/>
                </a:solidFill>
              </a:rPr>
              <a:t>FAN SPEED</a:t>
            </a:r>
            <a:endParaRPr lang="en-GB" sz="1300" dirty="0">
              <a:solidFill>
                <a:srgbClr val="FFFFFF"/>
              </a:solidFill>
            </a:endParaRPr>
          </a:p>
        </p:txBody>
      </p:sp>
    </p:spTree>
    <p:extLst>
      <p:ext uri="{BB962C8B-B14F-4D97-AF65-F5344CB8AC3E}">
        <p14:creationId xmlns:p14="http://schemas.microsoft.com/office/powerpoint/2010/main" val="3174008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9E3330-7F46-9C54-718E-4FC3478991F9}"/>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MACHINE LEARNING ALGORITHMS</a:t>
            </a:r>
            <a:endParaRPr lang="en-GB" sz="4000">
              <a:solidFill>
                <a:srgbClr val="FFFFFF"/>
              </a:solidFill>
            </a:endParaRPr>
          </a:p>
        </p:txBody>
      </p:sp>
      <p:graphicFrame>
        <p:nvGraphicFramePr>
          <p:cNvPr id="42" name="Content Placeholder 3">
            <a:extLst>
              <a:ext uri="{FF2B5EF4-FFF2-40B4-BE49-F238E27FC236}">
                <a16:creationId xmlns:a16="http://schemas.microsoft.com/office/drawing/2014/main" id="{6B41AB7C-B4BF-42CA-B765-DFE43A508421}"/>
              </a:ext>
            </a:extLst>
          </p:cNvPr>
          <p:cNvGraphicFramePr>
            <a:graphicFrameLocks noGrp="1"/>
          </p:cNvGraphicFramePr>
          <p:nvPr>
            <p:ph idx="1"/>
            <p:extLst>
              <p:ext uri="{D42A27DB-BD31-4B8C-83A1-F6EECF244321}">
                <p14:modId xmlns:p14="http://schemas.microsoft.com/office/powerpoint/2010/main" val="4185113414"/>
              </p:ext>
            </p:extLst>
          </p:nvPr>
        </p:nvGraphicFramePr>
        <p:xfrm>
          <a:off x="4810259" y="649480"/>
          <a:ext cx="6555347" cy="42677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4EDF64C0-F2F9-DC8C-7C0C-1B3FBAEA684A}"/>
              </a:ext>
            </a:extLst>
          </p:cNvPr>
          <p:cNvSpPr txBox="1"/>
          <p:nvPr/>
        </p:nvSpPr>
        <p:spPr>
          <a:xfrm>
            <a:off x="4739951" y="5422340"/>
            <a:ext cx="6555347" cy="923330"/>
          </a:xfrm>
          <a:prstGeom prst="rect">
            <a:avLst/>
          </a:prstGeom>
          <a:noFill/>
        </p:spPr>
        <p:txBody>
          <a:bodyPr wrap="square" rtlCol="0">
            <a:spAutoFit/>
          </a:bodyPr>
          <a:lstStyle/>
          <a:p>
            <a:r>
              <a:rPr lang="en-IN" dirty="0"/>
              <a:t>From the comparison of the above mentioned algorithms, it is concluded that, for the data collected for </a:t>
            </a:r>
            <a:r>
              <a:rPr lang="en-IN"/>
              <a:t>this project, </a:t>
            </a:r>
            <a:r>
              <a:rPr lang="en-IN" dirty="0"/>
              <a:t>K-NN suits the most and gives higher accuracy than others.</a:t>
            </a:r>
            <a:endParaRPr lang="en-GB" dirty="0"/>
          </a:p>
        </p:txBody>
      </p:sp>
    </p:spTree>
    <p:extLst>
      <p:ext uri="{BB962C8B-B14F-4D97-AF65-F5344CB8AC3E}">
        <p14:creationId xmlns:p14="http://schemas.microsoft.com/office/powerpoint/2010/main" val="463675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36857-5FCA-FE1F-2806-3B47391990AF}"/>
              </a:ext>
            </a:extLst>
          </p:cNvPr>
          <p:cNvSpPr>
            <a:spLocks noGrp="1"/>
          </p:cNvSpPr>
          <p:nvPr>
            <p:ph type="title"/>
          </p:nvPr>
        </p:nvSpPr>
        <p:spPr>
          <a:xfrm>
            <a:off x="1102368" y="1877492"/>
            <a:ext cx="4030132" cy="3215373"/>
          </a:xfrm>
        </p:spPr>
        <p:txBody>
          <a:bodyPr>
            <a:normAutofit/>
          </a:bodyPr>
          <a:lstStyle/>
          <a:p>
            <a:pPr algn="ctr"/>
            <a:r>
              <a:rPr lang="en-IN" dirty="0">
                <a:solidFill>
                  <a:schemeClr val="bg1"/>
                </a:solidFill>
              </a:rPr>
              <a:t>WORKING MODEL</a:t>
            </a:r>
            <a:endParaRPr lang="en-GB" dirty="0">
              <a:solidFill>
                <a:schemeClr val="bg1"/>
              </a:solidFill>
            </a:endParaRPr>
          </a:p>
        </p:txBody>
      </p:sp>
      <p:grpSp>
        <p:nvGrpSpPr>
          <p:cNvPr id="16" name="Group 15">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8"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B0D52917-96DD-93C9-E4D6-F4FFE684A1D4}"/>
              </a:ext>
            </a:extLst>
          </p:cNvPr>
          <p:cNvSpPr>
            <a:spLocks noGrp="1"/>
          </p:cNvSpPr>
          <p:nvPr>
            <p:ph idx="1"/>
          </p:nvPr>
        </p:nvSpPr>
        <p:spPr>
          <a:xfrm>
            <a:off x="6234868" y="1130846"/>
            <a:ext cx="5217173" cy="4351338"/>
          </a:xfrm>
        </p:spPr>
        <p:txBody>
          <a:bodyPr>
            <a:normAutofit/>
          </a:bodyPr>
          <a:lstStyle/>
          <a:p>
            <a:r>
              <a:rPr lang="en-IN" sz="2600">
                <a:solidFill>
                  <a:schemeClr val="bg1"/>
                </a:solidFill>
              </a:rPr>
              <a:t>The model works according to the user preference data which are  collected from the hardware model.</a:t>
            </a:r>
          </a:p>
          <a:p>
            <a:r>
              <a:rPr lang="en-IN" sz="2600">
                <a:solidFill>
                  <a:schemeClr val="bg1"/>
                </a:solidFill>
              </a:rPr>
              <a:t>The data collected is trained using various machine learning models.</a:t>
            </a:r>
          </a:p>
          <a:p>
            <a:r>
              <a:rPr lang="en-IN" sz="2600">
                <a:solidFill>
                  <a:schemeClr val="bg1"/>
                </a:solidFill>
              </a:rPr>
              <a:t>One model out of those is selected to send the trained model to the microcontroller which in turn controls the fan and light.</a:t>
            </a: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64280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26B173-3020-0816-D7E2-2B94192B2038}"/>
              </a:ext>
            </a:extLst>
          </p:cNvPr>
          <p:cNvSpPr>
            <a:spLocks noGrp="1"/>
          </p:cNvSpPr>
          <p:nvPr>
            <p:ph type="title"/>
          </p:nvPr>
        </p:nvSpPr>
        <p:spPr>
          <a:xfrm>
            <a:off x="838200" y="631825"/>
            <a:ext cx="10515600" cy="1325563"/>
          </a:xfrm>
        </p:spPr>
        <p:txBody>
          <a:bodyPr>
            <a:normAutofit/>
          </a:bodyPr>
          <a:lstStyle/>
          <a:p>
            <a:r>
              <a:rPr lang="en-IN" dirty="0"/>
              <a:t>FUTURE ENHANCEMENTS</a:t>
            </a:r>
            <a:endParaRPr lang="en-GB" dirty="0"/>
          </a:p>
        </p:txBody>
      </p:sp>
      <p:sp>
        <p:nvSpPr>
          <p:cNvPr id="3" name="Content Placeholder 2">
            <a:extLst>
              <a:ext uri="{FF2B5EF4-FFF2-40B4-BE49-F238E27FC236}">
                <a16:creationId xmlns:a16="http://schemas.microsoft.com/office/drawing/2014/main" id="{F2425986-F297-C43C-9926-9436CD07698B}"/>
              </a:ext>
            </a:extLst>
          </p:cNvPr>
          <p:cNvSpPr>
            <a:spLocks noGrp="1"/>
          </p:cNvSpPr>
          <p:nvPr>
            <p:ph idx="1"/>
          </p:nvPr>
        </p:nvSpPr>
        <p:spPr>
          <a:xfrm>
            <a:off x="838200" y="2057400"/>
            <a:ext cx="10515600" cy="3871762"/>
          </a:xfrm>
        </p:spPr>
        <p:txBody>
          <a:bodyPr>
            <a:normAutofit/>
          </a:bodyPr>
          <a:lstStyle/>
          <a:p>
            <a:r>
              <a:rPr lang="en-IN" dirty="0"/>
              <a:t>Collection of data from smart band like devices for use of elderly persons in health sector.</a:t>
            </a:r>
          </a:p>
          <a:p>
            <a:r>
              <a:rPr lang="en-IN" dirty="0"/>
              <a:t>Addition of RTC (Real Time Clock) for considering date and time in this working of </a:t>
            </a:r>
            <a:r>
              <a:rPr lang="en-IN" dirty="0" err="1"/>
              <a:t>personlaization</a:t>
            </a:r>
            <a:r>
              <a:rPr lang="en-IN" dirty="0"/>
              <a:t>.</a:t>
            </a:r>
          </a:p>
          <a:p>
            <a:pPr marL="0" indent="0">
              <a:buNone/>
            </a:pPr>
            <a:endParaRPr lang="en-IN" dirty="0"/>
          </a:p>
        </p:txBody>
      </p:sp>
    </p:spTree>
    <p:extLst>
      <p:ext uri="{BB962C8B-B14F-4D97-AF65-F5344CB8AC3E}">
        <p14:creationId xmlns:p14="http://schemas.microsoft.com/office/powerpoint/2010/main" val="2533643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29398BB-6F62-472B-88B2-8D942FEBF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5">
            <a:extLst>
              <a:ext uri="{FF2B5EF4-FFF2-40B4-BE49-F238E27FC236}">
                <a16:creationId xmlns:a16="http://schemas.microsoft.com/office/drawing/2014/main" id="{01F1CEA4-5DA0-41E1-A743-4F227AE62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276856" y="1645694"/>
            <a:ext cx="4689240" cy="4115025"/>
          </a:xfrm>
          <a:custGeom>
            <a:avLst/>
            <a:gdLst>
              <a:gd name="T0" fmla="*/ 781 w 1099"/>
              <a:gd name="T1" fmla="*/ 0 h 968"/>
              <a:gd name="T2" fmla="*/ 318 w 1099"/>
              <a:gd name="T3" fmla="*/ 0 h 968"/>
              <a:gd name="T4" fmla="*/ 246 w 1099"/>
              <a:gd name="T5" fmla="*/ 42 h 968"/>
              <a:gd name="T6" fmla="*/ 15 w 1099"/>
              <a:gd name="T7" fmla="*/ 443 h 968"/>
              <a:gd name="T8" fmla="*/ 15 w 1099"/>
              <a:gd name="T9" fmla="*/ 525 h 968"/>
              <a:gd name="T10" fmla="*/ 246 w 1099"/>
              <a:gd name="T11" fmla="*/ 926 h 968"/>
              <a:gd name="T12" fmla="*/ 318 w 1099"/>
              <a:gd name="T13" fmla="*/ 968 h 968"/>
              <a:gd name="T14" fmla="*/ 781 w 1099"/>
              <a:gd name="T15" fmla="*/ 968 h 968"/>
              <a:gd name="T16" fmla="*/ 852 w 1099"/>
              <a:gd name="T17" fmla="*/ 926 h 968"/>
              <a:gd name="T18" fmla="*/ 1084 w 1099"/>
              <a:gd name="T19" fmla="*/ 525 h 968"/>
              <a:gd name="T20" fmla="*/ 1084 w 1099"/>
              <a:gd name="T21" fmla="*/ 443 h 968"/>
              <a:gd name="T22" fmla="*/ 852 w 1099"/>
              <a:gd name="T23" fmla="*/ 42 h 968"/>
              <a:gd name="T24" fmla="*/ 781 w 1099"/>
              <a:gd name="T25" fmla="*/ 0 h 9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9" h="968">
                <a:moveTo>
                  <a:pt x="781" y="0"/>
                </a:moveTo>
                <a:cubicBezTo>
                  <a:pt x="318" y="0"/>
                  <a:pt x="318" y="0"/>
                  <a:pt x="318" y="0"/>
                </a:cubicBezTo>
                <a:cubicBezTo>
                  <a:pt x="288" y="0"/>
                  <a:pt x="261" y="16"/>
                  <a:pt x="246" y="42"/>
                </a:cubicBezTo>
                <a:cubicBezTo>
                  <a:pt x="15" y="443"/>
                  <a:pt x="15" y="443"/>
                  <a:pt x="15" y="443"/>
                </a:cubicBezTo>
                <a:cubicBezTo>
                  <a:pt x="0" y="468"/>
                  <a:pt x="0" y="500"/>
                  <a:pt x="15" y="525"/>
                </a:cubicBezTo>
                <a:cubicBezTo>
                  <a:pt x="246" y="926"/>
                  <a:pt x="246" y="926"/>
                  <a:pt x="246" y="926"/>
                </a:cubicBezTo>
                <a:cubicBezTo>
                  <a:pt x="261" y="952"/>
                  <a:pt x="288" y="968"/>
                  <a:pt x="318" y="968"/>
                </a:cubicBezTo>
                <a:cubicBezTo>
                  <a:pt x="781" y="968"/>
                  <a:pt x="781" y="968"/>
                  <a:pt x="781" y="968"/>
                </a:cubicBezTo>
                <a:cubicBezTo>
                  <a:pt x="810" y="968"/>
                  <a:pt x="838" y="952"/>
                  <a:pt x="852" y="926"/>
                </a:cubicBezTo>
                <a:cubicBezTo>
                  <a:pt x="1084" y="525"/>
                  <a:pt x="1084" y="525"/>
                  <a:pt x="1084" y="525"/>
                </a:cubicBezTo>
                <a:cubicBezTo>
                  <a:pt x="1099" y="500"/>
                  <a:pt x="1099" y="468"/>
                  <a:pt x="1084" y="443"/>
                </a:cubicBezTo>
                <a:cubicBezTo>
                  <a:pt x="852" y="42"/>
                  <a:pt x="852" y="42"/>
                  <a:pt x="852" y="42"/>
                </a:cubicBezTo>
                <a:cubicBezTo>
                  <a:pt x="838" y="16"/>
                  <a:pt x="810" y="0"/>
                  <a:pt x="781" y="0"/>
                </a:cubicBezTo>
                <a:close/>
              </a:path>
            </a:pathLst>
          </a:custGeom>
          <a:noFill/>
          <a:ln w="50800"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77" name="Freeform: Shape 76">
            <a:extLst>
              <a:ext uri="{FF2B5EF4-FFF2-40B4-BE49-F238E27FC236}">
                <a16:creationId xmlns:a16="http://schemas.microsoft.com/office/drawing/2014/main" id="{07D1A722-B699-4DA0-B7AC-F06CC81A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52343" y="643383"/>
            <a:ext cx="2926988" cy="2594434"/>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solidFill>
            <a:schemeClr val="tx1"/>
          </a:solidFill>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9" name="Group 78">
            <a:extLst>
              <a:ext uri="{FF2B5EF4-FFF2-40B4-BE49-F238E27FC236}">
                <a16:creationId xmlns:a16="http://schemas.microsoft.com/office/drawing/2014/main" id="{A3C0D298-47AC-4912-8022-B969E5732C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7830" y="385730"/>
            <a:ext cx="1128382" cy="847206"/>
            <a:chOff x="5307830" y="325570"/>
            <a:chExt cx="1128382" cy="847206"/>
          </a:xfrm>
        </p:grpSpPr>
        <p:sp>
          <p:nvSpPr>
            <p:cNvPr id="80" name="Freeform 5">
              <a:extLst>
                <a:ext uri="{FF2B5EF4-FFF2-40B4-BE49-F238E27FC236}">
                  <a16:creationId xmlns:a16="http://schemas.microsoft.com/office/drawing/2014/main" id="{F8ED9F95-2ADE-4C89-BD97-AF7DB8DB36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81" name="Freeform 5">
              <a:extLst>
                <a:ext uri="{FF2B5EF4-FFF2-40B4-BE49-F238E27FC236}">
                  <a16:creationId xmlns:a16="http://schemas.microsoft.com/office/drawing/2014/main" id="{1DD52534-E915-42C0-890A-5B19A15B53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83" name="Freeform: Shape 82">
            <a:extLst>
              <a:ext uri="{FF2B5EF4-FFF2-40B4-BE49-F238E27FC236}">
                <a16:creationId xmlns:a16="http://schemas.microsoft.com/office/drawing/2014/main" id="{91E9AE86-E5FF-46E4-BE50-58DD19A224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071858"/>
            <a:ext cx="8109718" cy="4786143"/>
          </a:xfrm>
          <a:custGeom>
            <a:avLst/>
            <a:gdLst>
              <a:gd name="connsiteX0" fmla="*/ 7381313 w 8109718"/>
              <a:gd name="connsiteY0" fmla="*/ 1839459 h 4786143"/>
              <a:gd name="connsiteX1" fmla="*/ 7381313 w 8109718"/>
              <a:gd name="connsiteY1" fmla="*/ 1853646 h 4786143"/>
              <a:gd name="connsiteX2" fmla="*/ 7379359 w 8109718"/>
              <a:gd name="connsiteY2" fmla="*/ 1846552 h 4786143"/>
              <a:gd name="connsiteX3" fmla="*/ 1321854 w 8109718"/>
              <a:gd name="connsiteY3" fmla="*/ 0 h 4786143"/>
              <a:gd name="connsiteX4" fmla="*/ 5365317 w 8109718"/>
              <a:gd name="connsiteY4" fmla="*/ 0 h 4786143"/>
              <a:gd name="connsiteX5" fmla="*/ 5985373 w 8109718"/>
              <a:gd name="connsiteY5" fmla="*/ 365439 h 4786143"/>
              <a:gd name="connsiteX6" fmla="*/ 8011470 w 8109718"/>
              <a:gd name="connsiteY6" fmla="*/ 3854515 h 4786143"/>
              <a:gd name="connsiteX7" fmla="*/ 8011470 w 8109718"/>
              <a:gd name="connsiteY7" fmla="*/ 4567993 h 4786143"/>
              <a:gd name="connsiteX8" fmla="*/ 7904625 w 8109718"/>
              <a:gd name="connsiteY8" fmla="*/ 4751987 h 4786143"/>
              <a:gd name="connsiteX9" fmla="*/ 7884791 w 8109718"/>
              <a:gd name="connsiteY9" fmla="*/ 4786143 h 4786143"/>
              <a:gd name="connsiteX10" fmla="*/ 0 w 8109718"/>
              <a:gd name="connsiteY10" fmla="*/ 4786143 h 4786143"/>
              <a:gd name="connsiteX11" fmla="*/ 0 w 8109718"/>
              <a:gd name="connsiteY11" fmla="*/ 1564110 h 4786143"/>
              <a:gd name="connsiteX12" fmla="*/ 27177 w 8109718"/>
              <a:gd name="connsiteY12" fmla="*/ 1517107 h 4786143"/>
              <a:gd name="connsiteX13" fmla="*/ 693065 w 8109718"/>
              <a:gd name="connsiteY13" fmla="*/ 365439 h 4786143"/>
              <a:gd name="connsiteX14" fmla="*/ 1321854 w 8109718"/>
              <a:gd name="connsiteY14" fmla="*/ 0 h 478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09718" h="4786143">
                <a:moveTo>
                  <a:pt x="7381313" y="1839459"/>
                </a:moveTo>
                <a:lnTo>
                  <a:pt x="7381313" y="1853646"/>
                </a:lnTo>
                <a:lnTo>
                  <a:pt x="7379359" y="1846552"/>
                </a:lnTo>
                <a:close/>
                <a:moveTo>
                  <a:pt x="1321854" y="0"/>
                </a:moveTo>
                <a:cubicBezTo>
                  <a:pt x="1321854" y="0"/>
                  <a:pt x="1321854" y="0"/>
                  <a:pt x="5365317" y="0"/>
                </a:cubicBezTo>
                <a:cubicBezTo>
                  <a:pt x="5618580" y="0"/>
                  <a:pt x="5863108" y="139215"/>
                  <a:pt x="5985373" y="365439"/>
                </a:cubicBezTo>
                <a:cubicBezTo>
                  <a:pt x="5985373" y="365439"/>
                  <a:pt x="5985373" y="365439"/>
                  <a:pt x="8011470" y="3854515"/>
                </a:cubicBezTo>
                <a:cubicBezTo>
                  <a:pt x="8142468" y="4072039"/>
                  <a:pt x="8142468" y="4350470"/>
                  <a:pt x="8011470" y="4567993"/>
                </a:cubicBezTo>
                <a:cubicBezTo>
                  <a:pt x="8011470" y="4567993"/>
                  <a:pt x="8011470" y="4567993"/>
                  <a:pt x="7904625" y="4751987"/>
                </a:cubicBezTo>
                <a:lnTo>
                  <a:pt x="7884791" y="4786143"/>
                </a:lnTo>
                <a:lnTo>
                  <a:pt x="0" y="4786143"/>
                </a:lnTo>
                <a:lnTo>
                  <a:pt x="0" y="1564110"/>
                </a:lnTo>
                <a:lnTo>
                  <a:pt x="27177" y="1517107"/>
                </a:lnTo>
                <a:cubicBezTo>
                  <a:pt x="220245" y="1183191"/>
                  <a:pt x="440895" y="801574"/>
                  <a:pt x="693065" y="365439"/>
                </a:cubicBezTo>
                <a:cubicBezTo>
                  <a:pt x="824063" y="139215"/>
                  <a:pt x="1059859" y="0"/>
                  <a:pt x="1321854" y="0"/>
                </a:cubicBezTo>
                <a:close/>
              </a:path>
            </a:pathLst>
          </a:custGeom>
          <a:solidFill>
            <a:schemeClr val="tx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B3E5A82-2B8B-FD5B-A70D-E046456457DA}"/>
              </a:ext>
            </a:extLst>
          </p:cNvPr>
          <p:cNvSpPr>
            <a:spLocks noGrp="1"/>
          </p:cNvSpPr>
          <p:nvPr>
            <p:ph type="title"/>
          </p:nvPr>
        </p:nvSpPr>
        <p:spPr>
          <a:xfrm>
            <a:off x="966430" y="3495470"/>
            <a:ext cx="5386661" cy="2650888"/>
          </a:xfrm>
        </p:spPr>
        <p:txBody>
          <a:bodyPr vert="horz" lIns="91440" tIns="45720" rIns="91440" bIns="45720" rtlCol="0" anchor="ctr">
            <a:normAutofit/>
          </a:bodyPr>
          <a:lstStyle/>
          <a:p>
            <a:r>
              <a:rPr lang="en-US" sz="5400" kern="1200">
                <a:solidFill>
                  <a:schemeClr val="bg1"/>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A29B114A-E7F2-5208-D38A-E6B09D8532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67569" y="2705024"/>
            <a:ext cx="2493913" cy="2493913"/>
          </a:xfrm>
          <a:prstGeom prst="rect">
            <a:avLst/>
          </a:prstGeom>
        </p:spPr>
      </p:pic>
    </p:spTree>
    <p:extLst>
      <p:ext uri="{BB962C8B-B14F-4D97-AF65-F5344CB8AC3E}">
        <p14:creationId xmlns:p14="http://schemas.microsoft.com/office/powerpoint/2010/main" val="39888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1749</TotalTime>
  <Words>933</Words>
  <Application>Microsoft Office PowerPoint</Application>
  <PresentationFormat>Widescreen</PresentationFormat>
  <Paragraphs>123</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CUSTOMIZATION OF LIGHTING AND VENTILATION SYSTEM IN HOUSEHOLD</vt:lpstr>
      <vt:lpstr>CONTENTS</vt:lpstr>
      <vt:lpstr>PROBLEM STATEMENT</vt:lpstr>
      <vt:lpstr>OBJECTIVE</vt:lpstr>
      <vt:lpstr>SCOPE</vt:lpstr>
      <vt:lpstr>LITERATURE SURVEY</vt:lpstr>
      <vt:lpstr>Comparison of Literatures</vt:lpstr>
      <vt:lpstr>PowerPoint Presentation</vt:lpstr>
      <vt:lpstr>FLOW  DIAGRAM</vt:lpstr>
      <vt:lpstr>PHASE 1</vt:lpstr>
      <vt:lpstr>PHASE 2</vt:lpstr>
      <vt:lpstr>FACE RECOGNITION</vt:lpstr>
      <vt:lpstr>PowerPoint Presentation</vt:lpstr>
      <vt:lpstr>DATA COLLECTION</vt:lpstr>
      <vt:lpstr>PowerPoint Presentation</vt:lpstr>
      <vt:lpstr>DATA COLLECTED</vt:lpstr>
      <vt:lpstr>PROCESS OF DATA COLLECTION</vt:lpstr>
      <vt:lpstr>TARGET - COUNT</vt:lpstr>
      <vt:lpstr>MACHINE LEARNING ALGORITHMS</vt:lpstr>
      <vt:lpstr>WORKING MODEL</vt:lpstr>
      <vt:lpstr>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CUSTOMIZATION OF LIGHTING AND VENTILATION SYSTEM IN HOUSEHOLD</dc:title>
  <dc:creator>Iswarya M . 19BCS043</dc:creator>
  <cp:lastModifiedBy>ISWARYA MAYILSAMY</cp:lastModifiedBy>
  <cp:revision>59</cp:revision>
  <dcterms:created xsi:type="dcterms:W3CDTF">2023-02-08T08:07:46Z</dcterms:created>
  <dcterms:modified xsi:type="dcterms:W3CDTF">2023-04-18T15:39:10Z</dcterms:modified>
</cp:coreProperties>
</file>